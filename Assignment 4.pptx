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9" r:id="rId1"/>
  </p:sldMasterIdLst>
  <p:notesMasterIdLst>
    <p:notesMasterId r:id="rId16"/>
  </p:notesMasterIdLst>
  <p:handoutMasterIdLst>
    <p:handoutMasterId r:id="rId17"/>
  </p:handoutMasterIdLst>
  <p:sldIdLst>
    <p:sldId id="260" r:id="rId2"/>
    <p:sldId id="266" r:id="rId3"/>
    <p:sldId id="265" r:id="rId4"/>
    <p:sldId id="267" r:id="rId5"/>
    <p:sldId id="268" r:id="rId6"/>
    <p:sldId id="269" r:id="rId7"/>
    <p:sldId id="263" r:id="rId8"/>
    <p:sldId id="261" r:id="rId9"/>
    <p:sldId id="264" r:id="rId10"/>
    <p:sldId id="270" r:id="rId11"/>
    <p:sldId id="271" r:id="rId12"/>
    <p:sldId id="274" r:id="rId13"/>
    <p:sldId id="273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5CBA5D-6E6B-4964-8D9A-EE8F9632CD33}" v="38" dt="2026-10-22T03:56:25.7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8"/>
  </p:normalViewPr>
  <p:slideViewPr>
    <p:cSldViewPr snapToGrid="0" showGuides="1">
      <p:cViewPr varScale="1">
        <p:scale>
          <a:sx n="90" d="100"/>
          <a:sy n="90" d="100"/>
        </p:scale>
        <p:origin x="39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r shariatpanahi" userId="aaf7b756e5642d36" providerId="LiveId" clId="{1FCE1815-3237-4FA6-B508-75A138C41D32}"/>
    <pc:docChg chg="undo custSel addSld delSld modSld">
      <pc:chgData name="sahar shariatpanahi" userId="aaf7b756e5642d36" providerId="LiveId" clId="{1FCE1815-3237-4FA6-B508-75A138C41D32}" dt="2026-10-22T04:02:34.543" v="2898" actId="20577"/>
      <pc:docMkLst>
        <pc:docMk/>
      </pc:docMkLst>
      <pc:sldChg chg="modSp add mod">
        <pc:chgData name="sahar shariatpanahi" userId="aaf7b756e5642d36" providerId="LiveId" clId="{1FCE1815-3237-4FA6-B508-75A138C41D32}" dt="2026-10-22T00:47:21.108" v="354" actId="113"/>
        <pc:sldMkLst>
          <pc:docMk/>
          <pc:sldMk cId="1095926665" sldId="261"/>
        </pc:sldMkLst>
        <pc:spChg chg="mod">
          <ac:chgData name="sahar shariatpanahi" userId="aaf7b756e5642d36" providerId="LiveId" clId="{1FCE1815-3237-4FA6-B508-75A138C41D32}" dt="2026-10-22T00:44:00.579" v="340" actId="113"/>
          <ac:spMkLst>
            <pc:docMk/>
            <pc:sldMk cId="1095926665" sldId="261"/>
            <ac:spMk id="5" creationId="{779F49DC-6B58-6D4B-C803-057EDA941CD5}"/>
          </ac:spMkLst>
        </pc:spChg>
        <pc:spChg chg="mod">
          <ac:chgData name="sahar shariatpanahi" userId="aaf7b756e5642d36" providerId="LiveId" clId="{1FCE1815-3237-4FA6-B508-75A138C41D32}" dt="2026-10-22T00:46:37.101" v="350" actId="1076"/>
          <ac:spMkLst>
            <pc:docMk/>
            <pc:sldMk cId="1095926665" sldId="261"/>
            <ac:spMk id="6" creationId="{59F19B2D-3111-B1C3-4EDC-C14777BC7E0D}"/>
          </ac:spMkLst>
        </pc:spChg>
        <pc:spChg chg="mod">
          <ac:chgData name="sahar shariatpanahi" userId="aaf7b756e5642d36" providerId="LiveId" clId="{1FCE1815-3237-4FA6-B508-75A138C41D32}" dt="2026-10-22T00:44:43.712" v="346" actId="113"/>
          <ac:spMkLst>
            <pc:docMk/>
            <pc:sldMk cId="1095926665" sldId="261"/>
            <ac:spMk id="10" creationId="{824A96F0-2C83-767A-AAC5-542D00CAE574}"/>
          </ac:spMkLst>
        </pc:spChg>
        <pc:spChg chg="mod">
          <ac:chgData name="sahar shariatpanahi" userId="aaf7b756e5642d36" providerId="LiveId" clId="{1FCE1815-3237-4FA6-B508-75A138C41D32}" dt="2026-10-22T00:45:23.364" v="349" actId="113"/>
          <ac:spMkLst>
            <pc:docMk/>
            <pc:sldMk cId="1095926665" sldId="261"/>
            <ac:spMk id="13" creationId="{55EAC288-8EB3-71C3-9530-B91521772B09}"/>
          </ac:spMkLst>
        </pc:spChg>
        <pc:spChg chg="mod">
          <ac:chgData name="sahar shariatpanahi" userId="aaf7b756e5642d36" providerId="LiveId" clId="{1FCE1815-3237-4FA6-B508-75A138C41D32}" dt="2026-10-22T00:46:48.331" v="352" actId="113"/>
          <ac:spMkLst>
            <pc:docMk/>
            <pc:sldMk cId="1095926665" sldId="261"/>
            <ac:spMk id="15" creationId="{2F0B3D00-C6F6-BBD5-E876-527C01317810}"/>
          </ac:spMkLst>
        </pc:spChg>
        <pc:spChg chg="mod">
          <ac:chgData name="sahar shariatpanahi" userId="aaf7b756e5642d36" providerId="LiveId" clId="{1FCE1815-3237-4FA6-B508-75A138C41D32}" dt="2026-10-22T00:47:21.108" v="354" actId="113"/>
          <ac:spMkLst>
            <pc:docMk/>
            <pc:sldMk cId="1095926665" sldId="261"/>
            <ac:spMk id="17" creationId="{85F63BBE-0AD6-AA1E-49C7-A2700EB3C365}"/>
          </ac:spMkLst>
        </pc:spChg>
      </pc:sldChg>
      <pc:sldChg chg="del">
        <pc:chgData name="sahar shariatpanahi" userId="aaf7b756e5642d36" providerId="LiveId" clId="{1FCE1815-3237-4FA6-B508-75A138C41D32}" dt="2026-10-22T00:42:47.044" v="334" actId="2696"/>
        <pc:sldMkLst>
          <pc:docMk/>
          <pc:sldMk cId="1119436945" sldId="261"/>
        </pc:sldMkLst>
      </pc:sldChg>
      <pc:sldChg chg="addSp delSp modSp mod">
        <pc:chgData name="sahar shariatpanahi" userId="aaf7b756e5642d36" providerId="LiveId" clId="{1FCE1815-3237-4FA6-B508-75A138C41D32}" dt="2026-10-22T00:39:26.697" v="332" actId="14100"/>
        <pc:sldMkLst>
          <pc:docMk/>
          <pc:sldMk cId="303796223" sldId="263"/>
        </pc:sldMkLst>
        <pc:spChg chg="add del mod">
          <ac:chgData name="sahar shariatpanahi" userId="aaf7b756e5642d36" providerId="LiveId" clId="{1FCE1815-3237-4FA6-B508-75A138C41D32}" dt="2026-10-22T00:32:29.128" v="274" actId="1076"/>
          <ac:spMkLst>
            <pc:docMk/>
            <pc:sldMk cId="303796223" sldId="263"/>
            <ac:spMk id="3" creationId="{54E69E3F-CD0D-5576-AA0D-A4C25F6E6D61}"/>
          </ac:spMkLst>
        </pc:spChg>
        <pc:spChg chg="mod">
          <ac:chgData name="sahar shariatpanahi" userId="aaf7b756e5642d36" providerId="LiveId" clId="{1FCE1815-3237-4FA6-B508-75A138C41D32}" dt="2026-10-22T00:26:47.369" v="187" actId="313"/>
          <ac:spMkLst>
            <pc:docMk/>
            <pc:sldMk cId="303796223" sldId="263"/>
            <ac:spMk id="5" creationId="{8BB8BFA8-BB8D-00F7-AF26-2D3D1A63C218}"/>
          </ac:spMkLst>
        </pc:spChg>
        <pc:spChg chg="add del mod">
          <ac:chgData name="sahar shariatpanahi" userId="aaf7b756e5642d36" providerId="LiveId" clId="{1FCE1815-3237-4FA6-B508-75A138C41D32}" dt="2026-10-22T00:26:44.967" v="186" actId="22"/>
          <ac:spMkLst>
            <pc:docMk/>
            <pc:sldMk cId="303796223" sldId="263"/>
            <ac:spMk id="7" creationId="{2BBD5E37-AE3F-39D4-9780-D75984F32E46}"/>
          </ac:spMkLst>
        </pc:spChg>
        <pc:spChg chg="add del mod">
          <ac:chgData name="sahar shariatpanahi" userId="aaf7b756e5642d36" providerId="LiveId" clId="{1FCE1815-3237-4FA6-B508-75A138C41D32}" dt="2026-10-22T00:31:45.860" v="258"/>
          <ac:spMkLst>
            <pc:docMk/>
            <pc:sldMk cId="303796223" sldId="263"/>
            <ac:spMk id="8" creationId="{35EDA343-8AAD-1D6A-A495-1C4E212510CD}"/>
          </ac:spMkLst>
        </pc:spChg>
        <pc:spChg chg="add mod">
          <ac:chgData name="sahar shariatpanahi" userId="aaf7b756e5642d36" providerId="LiveId" clId="{1FCE1815-3237-4FA6-B508-75A138C41D32}" dt="2026-10-22T00:31:57.146" v="262" actId="20577"/>
          <ac:spMkLst>
            <pc:docMk/>
            <pc:sldMk cId="303796223" sldId="263"/>
            <ac:spMk id="10" creationId="{5208E0AC-1087-42E6-8AD0-CC341C962D8A}"/>
          </ac:spMkLst>
        </pc:spChg>
        <pc:spChg chg="add mod">
          <ac:chgData name="sahar shariatpanahi" userId="aaf7b756e5642d36" providerId="LiveId" clId="{1FCE1815-3237-4FA6-B508-75A138C41D32}" dt="2026-10-22T00:31:09.239" v="251" actId="33524"/>
          <ac:spMkLst>
            <pc:docMk/>
            <pc:sldMk cId="303796223" sldId="263"/>
            <ac:spMk id="11" creationId="{3F01F6AB-3FDA-F3B2-E429-BF9FC75B723C}"/>
          </ac:spMkLst>
        </pc:spChg>
        <pc:spChg chg="add del">
          <ac:chgData name="sahar shariatpanahi" userId="aaf7b756e5642d36" providerId="LiveId" clId="{1FCE1815-3237-4FA6-B508-75A138C41D32}" dt="2026-10-22T00:31:45.860" v="256" actId="478"/>
          <ac:spMkLst>
            <pc:docMk/>
            <pc:sldMk cId="303796223" sldId="263"/>
            <ac:spMk id="12" creationId="{940D59E7-02D5-0005-999B-6D1CD238D180}"/>
          </ac:spMkLst>
        </pc:spChg>
        <pc:spChg chg="add mod">
          <ac:chgData name="sahar shariatpanahi" userId="aaf7b756e5642d36" providerId="LiveId" clId="{1FCE1815-3237-4FA6-B508-75A138C41D32}" dt="2026-10-22T00:32:53.028" v="282" actId="20577"/>
          <ac:spMkLst>
            <pc:docMk/>
            <pc:sldMk cId="303796223" sldId="263"/>
            <ac:spMk id="14" creationId="{94E45F32-034A-9EBE-663D-DC3391A0F0B7}"/>
          </ac:spMkLst>
        </pc:spChg>
        <pc:spChg chg="add mod">
          <ac:chgData name="sahar shariatpanahi" userId="aaf7b756e5642d36" providerId="LiveId" clId="{1FCE1815-3237-4FA6-B508-75A138C41D32}" dt="2026-10-22T00:34:45.179" v="293" actId="207"/>
          <ac:spMkLst>
            <pc:docMk/>
            <pc:sldMk cId="303796223" sldId="263"/>
            <ac:spMk id="15" creationId="{DDECBB87-778A-2B6E-9BC1-503B357C3903}"/>
          </ac:spMkLst>
        </pc:spChg>
        <pc:spChg chg="add mod">
          <ac:chgData name="sahar shariatpanahi" userId="aaf7b756e5642d36" providerId="LiveId" clId="{1FCE1815-3237-4FA6-B508-75A138C41D32}" dt="2026-10-22T00:35:45.133" v="300" actId="207"/>
          <ac:spMkLst>
            <pc:docMk/>
            <pc:sldMk cId="303796223" sldId="263"/>
            <ac:spMk id="17" creationId="{A358C726-EF9E-2D39-2C37-D704707D9150}"/>
          </ac:spMkLst>
        </pc:spChg>
        <pc:spChg chg="add mod">
          <ac:chgData name="sahar shariatpanahi" userId="aaf7b756e5642d36" providerId="LiveId" clId="{1FCE1815-3237-4FA6-B508-75A138C41D32}" dt="2026-10-22T00:37:19.785" v="312" actId="1076"/>
          <ac:spMkLst>
            <pc:docMk/>
            <pc:sldMk cId="303796223" sldId="263"/>
            <ac:spMk id="18" creationId="{589B9397-F61F-C018-8B53-92A74088D4DF}"/>
          </ac:spMkLst>
        </pc:spChg>
        <pc:spChg chg="add mod">
          <ac:chgData name="sahar shariatpanahi" userId="aaf7b756e5642d36" providerId="LiveId" clId="{1FCE1815-3237-4FA6-B508-75A138C41D32}" dt="2026-10-22T00:38:17.701" v="322" actId="13822"/>
          <ac:spMkLst>
            <pc:docMk/>
            <pc:sldMk cId="303796223" sldId="263"/>
            <ac:spMk id="20" creationId="{86B525B5-733B-3B1C-7E19-BCAED02477AC}"/>
          </ac:spMkLst>
        </pc:spChg>
        <pc:spChg chg="add mod">
          <ac:chgData name="sahar shariatpanahi" userId="aaf7b756e5642d36" providerId="LiveId" clId="{1FCE1815-3237-4FA6-B508-75A138C41D32}" dt="2026-10-22T00:39:26.697" v="332" actId="14100"/>
          <ac:spMkLst>
            <pc:docMk/>
            <pc:sldMk cId="303796223" sldId="263"/>
            <ac:spMk id="21" creationId="{1BC4FBEF-5C52-6860-B617-5570138B32A0}"/>
          </ac:spMkLst>
        </pc:spChg>
      </pc:sldChg>
      <pc:sldChg chg="addSp delSp modSp mod">
        <pc:chgData name="sahar shariatpanahi" userId="aaf7b756e5642d36" providerId="LiveId" clId="{1FCE1815-3237-4FA6-B508-75A138C41D32}" dt="2026-10-22T01:15:47.628" v="915" actId="113"/>
        <pc:sldMkLst>
          <pc:docMk/>
          <pc:sldMk cId="1817751260" sldId="264"/>
        </pc:sldMkLst>
        <pc:spChg chg="mod">
          <ac:chgData name="sahar shariatpanahi" userId="aaf7b756e5642d36" providerId="LiveId" clId="{1FCE1815-3237-4FA6-B508-75A138C41D32}" dt="2026-10-22T00:48:06.966" v="399" actId="20577"/>
          <ac:spMkLst>
            <pc:docMk/>
            <pc:sldMk cId="1817751260" sldId="264"/>
            <ac:spMk id="2" creationId="{DB51E9E7-3460-3175-B776-EF2A67946C3B}"/>
          </ac:spMkLst>
        </pc:spChg>
        <pc:spChg chg="mod">
          <ac:chgData name="sahar shariatpanahi" userId="aaf7b756e5642d36" providerId="LiveId" clId="{1FCE1815-3237-4FA6-B508-75A138C41D32}" dt="2026-10-22T01:15:47.628" v="915" actId="113"/>
          <ac:spMkLst>
            <pc:docMk/>
            <pc:sldMk cId="1817751260" sldId="264"/>
            <ac:spMk id="3" creationId="{F9B8411A-7FEA-774C-699B-FCF161106586}"/>
          </ac:spMkLst>
        </pc:spChg>
        <pc:spChg chg="add del mod">
          <ac:chgData name="sahar shariatpanahi" userId="aaf7b756e5642d36" providerId="LiveId" clId="{1FCE1815-3237-4FA6-B508-75A138C41D32}" dt="2026-10-22T00:51:46.622" v="445" actId="478"/>
          <ac:spMkLst>
            <pc:docMk/>
            <pc:sldMk cId="1817751260" sldId="264"/>
            <ac:spMk id="7" creationId="{24C91B94-6C25-A210-F52B-1862D9C9B095}"/>
          </ac:spMkLst>
        </pc:spChg>
        <pc:graphicFrameChg chg="add del mod">
          <ac:chgData name="sahar shariatpanahi" userId="aaf7b756e5642d36" providerId="LiveId" clId="{1FCE1815-3237-4FA6-B508-75A138C41D32}" dt="2026-10-22T01:11:37.560" v="714" actId="478"/>
          <ac:graphicFrameMkLst>
            <pc:docMk/>
            <pc:sldMk cId="1817751260" sldId="264"/>
            <ac:graphicFrameMk id="18" creationId="{CBEC4857-C209-C099-7224-519B32D2B8C1}"/>
          </ac:graphicFrameMkLst>
        </pc:graphicFrameChg>
        <pc:picChg chg="add del mod">
          <ac:chgData name="sahar shariatpanahi" userId="aaf7b756e5642d36" providerId="LiveId" clId="{1FCE1815-3237-4FA6-B508-75A138C41D32}" dt="2026-10-22T00:52:30.508" v="447" actId="478"/>
          <ac:picMkLst>
            <pc:docMk/>
            <pc:sldMk cId="1817751260" sldId="264"/>
            <ac:picMk id="6" creationId="{D532C427-695E-BECB-D508-771DE0971E88}"/>
          </ac:picMkLst>
        </pc:picChg>
        <pc:picChg chg="add del mod">
          <ac:chgData name="sahar shariatpanahi" userId="aaf7b756e5642d36" providerId="LiveId" clId="{1FCE1815-3237-4FA6-B508-75A138C41D32}" dt="2026-10-22T01:05:50.777" v="690" actId="478"/>
          <ac:picMkLst>
            <pc:docMk/>
            <pc:sldMk cId="1817751260" sldId="264"/>
            <ac:picMk id="11" creationId="{8A2767C3-75D2-B637-9276-A06E17EF3089}"/>
          </ac:picMkLst>
        </pc:picChg>
        <pc:picChg chg="add mod">
          <ac:chgData name="sahar shariatpanahi" userId="aaf7b756e5642d36" providerId="LiveId" clId="{1FCE1815-3237-4FA6-B508-75A138C41D32}" dt="2026-10-22T01:07:47.331" v="705" actId="1076"/>
          <ac:picMkLst>
            <pc:docMk/>
            <pc:sldMk cId="1817751260" sldId="264"/>
            <ac:picMk id="13" creationId="{3FE2E307-FDE9-2DF3-E5BB-BE24B391A4BF}"/>
          </ac:picMkLst>
        </pc:picChg>
        <pc:picChg chg="add mod">
          <ac:chgData name="sahar shariatpanahi" userId="aaf7b756e5642d36" providerId="LiveId" clId="{1FCE1815-3237-4FA6-B508-75A138C41D32}" dt="2026-10-22T01:07:59.597" v="709" actId="14100"/>
          <ac:picMkLst>
            <pc:docMk/>
            <pc:sldMk cId="1817751260" sldId="264"/>
            <ac:picMk id="15" creationId="{E00542A7-00C2-2301-0407-63665FBFEEDA}"/>
          </ac:picMkLst>
        </pc:picChg>
        <pc:picChg chg="add del">
          <ac:chgData name="sahar shariatpanahi" userId="aaf7b756e5642d36" providerId="LiveId" clId="{1FCE1815-3237-4FA6-B508-75A138C41D32}" dt="2026-10-22T01:10:23.384" v="711" actId="478"/>
          <ac:picMkLst>
            <pc:docMk/>
            <pc:sldMk cId="1817751260" sldId="264"/>
            <ac:picMk id="17" creationId="{D4AD3342-C34C-12A9-F383-67DC4D2F18A3}"/>
          </ac:picMkLst>
        </pc:picChg>
        <pc:picChg chg="add mod">
          <ac:chgData name="sahar shariatpanahi" userId="aaf7b756e5642d36" providerId="LiveId" clId="{1FCE1815-3237-4FA6-B508-75A138C41D32}" dt="2026-10-22T01:14:13.386" v="814" actId="14100"/>
          <ac:picMkLst>
            <pc:docMk/>
            <pc:sldMk cId="1817751260" sldId="264"/>
            <ac:picMk id="20" creationId="{374F3D42-6AF1-A43E-DC86-7151D386B944}"/>
          </ac:picMkLst>
        </pc:picChg>
        <pc:cxnChg chg="add del mod">
          <ac:chgData name="sahar shariatpanahi" userId="aaf7b756e5642d36" providerId="LiveId" clId="{1FCE1815-3237-4FA6-B508-75A138C41D32}" dt="2026-10-22T00:51:43.687" v="444" actId="478"/>
          <ac:cxnSpMkLst>
            <pc:docMk/>
            <pc:sldMk cId="1817751260" sldId="264"/>
            <ac:cxnSpMk id="9" creationId="{518847B9-81DD-790D-3DAD-5880D89071E3}"/>
          </ac:cxnSpMkLst>
        </pc:cxnChg>
      </pc:sldChg>
      <pc:sldChg chg="modSp mod">
        <pc:chgData name="sahar shariatpanahi" userId="aaf7b756e5642d36" providerId="LiveId" clId="{1FCE1815-3237-4FA6-B508-75A138C41D32}" dt="2026-10-22T00:42:31.791" v="333" actId="14100"/>
        <pc:sldMkLst>
          <pc:docMk/>
          <pc:sldMk cId="3011493643" sldId="266"/>
        </pc:sldMkLst>
        <pc:spChg chg="mod">
          <ac:chgData name="sahar shariatpanahi" userId="aaf7b756e5642d36" providerId="LiveId" clId="{1FCE1815-3237-4FA6-B508-75A138C41D32}" dt="2026-10-22T00:42:31.791" v="333" actId="14100"/>
          <ac:spMkLst>
            <pc:docMk/>
            <pc:sldMk cId="3011493643" sldId="266"/>
            <ac:spMk id="6" creationId="{93F0964D-96E3-C5EF-9F77-42E475614D64}"/>
          </ac:spMkLst>
        </pc:spChg>
        <pc:spChg chg="mod">
          <ac:chgData name="sahar shariatpanahi" userId="aaf7b756e5642d36" providerId="LiveId" clId="{1FCE1815-3237-4FA6-B508-75A138C41D32}" dt="2026-10-22T00:24:35.982" v="160" actId="255"/>
          <ac:spMkLst>
            <pc:docMk/>
            <pc:sldMk cId="3011493643" sldId="266"/>
            <ac:spMk id="13" creationId="{9BE70ECB-AE59-8CEA-C5D9-AC8BF33E4459}"/>
          </ac:spMkLst>
        </pc:spChg>
      </pc:sldChg>
      <pc:sldChg chg="addSp delSp modSp mod">
        <pc:chgData name="sahar shariatpanahi" userId="aaf7b756e5642d36" providerId="LiveId" clId="{1FCE1815-3237-4FA6-B508-75A138C41D32}" dt="2026-10-22T00:01:03.794" v="3" actId="478"/>
        <pc:sldMkLst>
          <pc:docMk/>
          <pc:sldMk cId="3844948048" sldId="268"/>
        </pc:sldMkLst>
        <pc:picChg chg="mod">
          <ac:chgData name="sahar shariatpanahi" userId="aaf7b756e5642d36" providerId="LiveId" clId="{1FCE1815-3237-4FA6-B508-75A138C41D32}" dt="2026-10-22T00:01:01.531" v="2" actId="1076"/>
          <ac:picMkLst>
            <pc:docMk/>
            <pc:sldMk cId="3844948048" sldId="268"/>
            <ac:picMk id="11" creationId="{7D440D05-6689-609D-7115-0176CF8E890D}"/>
          </ac:picMkLst>
        </pc:picChg>
        <pc:picChg chg="add del mod">
          <ac:chgData name="sahar shariatpanahi" userId="aaf7b756e5642d36" providerId="LiveId" clId="{1FCE1815-3237-4FA6-B508-75A138C41D32}" dt="2026-10-22T00:01:03.794" v="3" actId="478"/>
          <ac:picMkLst>
            <pc:docMk/>
            <pc:sldMk cId="3844948048" sldId="268"/>
            <ac:picMk id="21" creationId="{ABAEA597-30A8-4029-8108-781B7B87ACFA}"/>
          </ac:picMkLst>
        </pc:picChg>
      </pc:sldChg>
      <pc:sldChg chg="addSp delSp modSp new mod">
        <pc:chgData name="sahar shariatpanahi" userId="aaf7b756e5642d36" providerId="LiveId" clId="{1FCE1815-3237-4FA6-B508-75A138C41D32}" dt="2026-10-22T00:06:12.235" v="157" actId="33524"/>
        <pc:sldMkLst>
          <pc:docMk/>
          <pc:sldMk cId="3033007155" sldId="269"/>
        </pc:sldMkLst>
        <pc:spChg chg="del">
          <ac:chgData name="sahar shariatpanahi" userId="aaf7b756e5642d36" providerId="LiveId" clId="{1FCE1815-3237-4FA6-B508-75A138C41D32}" dt="2026-10-22T00:02:19.276" v="8" actId="22"/>
          <ac:spMkLst>
            <pc:docMk/>
            <pc:sldMk cId="3033007155" sldId="269"/>
            <ac:spMk id="2" creationId="{EA901216-61CC-B1A4-1889-842814B5113E}"/>
          </ac:spMkLst>
        </pc:spChg>
        <pc:spChg chg="del">
          <ac:chgData name="sahar shariatpanahi" userId="aaf7b756e5642d36" providerId="LiveId" clId="{1FCE1815-3237-4FA6-B508-75A138C41D32}" dt="2026-10-22T00:01:12.181" v="5" actId="22"/>
          <ac:spMkLst>
            <pc:docMk/>
            <pc:sldMk cId="3033007155" sldId="269"/>
            <ac:spMk id="3" creationId="{203E6D8E-23BE-6FA6-9323-D1A3F98F2E39}"/>
          </ac:spMkLst>
        </pc:spChg>
        <pc:spChg chg="add del mod">
          <ac:chgData name="sahar shariatpanahi" userId="aaf7b756e5642d36" providerId="LiveId" clId="{1FCE1815-3237-4FA6-B508-75A138C41D32}" dt="2026-10-22T00:06:12.235" v="157" actId="33524"/>
          <ac:spMkLst>
            <pc:docMk/>
            <pc:sldMk cId="3033007155" sldId="269"/>
            <ac:spMk id="7" creationId="{67BD7899-85FF-6303-B7C9-629B1D1C649F}"/>
          </ac:spMkLst>
        </pc:spChg>
        <pc:spChg chg="add mod">
          <ac:chgData name="sahar shariatpanahi" userId="aaf7b756e5642d36" providerId="LiveId" clId="{1FCE1815-3237-4FA6-B508-75A138C41D32}" dt="2026-10-22T00:02:19.276" v="8" actId="22"/>
          <ac:spMkLst>
            <pc:docMk/>
            <pc:sldMk cId="3033007155" sldId="269"/>
            <ac:spMk id="9" creationId="{ED53239E-8101-6FA6-8C7C-68FCEC9CE588}"/>
          </ac:spMkLst>
        </pc:spChg>
        <pc:spChg chg="add del mod">
          <ac:chgData name="sahar shariatpanahi" userId="aaf7b756e5642d36" providerId="LiveId" clId="{1FCE1815-3237-4FA6-B508-75A138C41D32}" dt="2026-10-22T00:03:08.405" v="36" actId="22"/>
          <ac:spMkLst>
            <pc:docMk/>
            <pc:sldMk cId="3033007155" sldId="269"/>
            <ac:spMk id="11" creationId="{EE9CDB79-4F24-09AD-2112-CA1E88A7D5EA}"/>
          </ac:spMkLst>
        </pc:spChg>
        <pc:picChg chg="add del mod ord">
          <ac:chgData name="sahar shariatpanahi" userId="aaf7b756e5642d36" providerId="LiveId" clId="{1FCE1815-3237-4FA6-B508-75A138C41D32}" dt="2026-10-22T00:01:19.013" v="7" actId="478"/>
          <ac:picMkLst>
            <pc:docMk/>
            <pc:sldMk cId="3033007155" sldId="269"/>
            <ac:picMk id="5" creationId="{CA07BFB3-A535-EE0A-76DF-B3D3ADD4FB46}"/>
          </ac:picMkLst>
        </pc:picChg>
        <pc:picChg chg="add mod">
          <ac:chgData name="sahar shariatpanahi" userId="aaf7b756e5642d36" providerId="LiveId" clId="{1FCE1815-3237-4FA6-B508-75A138C41D32}" dt="2026-10-22T00:05:54.293" v="154" actId="1076"/>
          <ac:picMkLst>
            <pc:docMk/>
            <pc:sldMk cId="3033007155" sldId="269"/>
            <ac:picMk id="13" creationId="{B523FCF8-6962-C61B-4460-CA8EEC2AAE0B}"/>
          </ac:picMkLst>
        </pc:picChg>
        <pc:picChg chg="add mod">
          <ac:chgData name="sahar shariatpanahi" userId="aaf7b756e5642d36" providerId="LiveId" clId="{1FCE1815-3237-4FA6-B508-75A138C41D32}" dt="2026-10-22T00:05:53.222" v="153" actId="1076"/>
          <ac:picMkLst>
            <pc:docMk/>
            <pc:sldMk cId="3033007155" sldId="269"/>
            <ac:picMk id="15" creationId="{4886FCD4-FA55-346D-3230-A426A3521905}"/>
          </ac:picMkLst>
        </pc:picChg>
      </pc:sldChg>
      <pc:sldChg chg="addSp delSp modSp new del mod chgLayout">
        <pc:chgData name="sahar shariatpanahi" userId="aaf7b756e5642d36" providerId="LiveId" clId="{1FCE1815-3237-4FA6-B508-75A138C41D32}" dt="2026-10-22T01:16:36.520" v="916" actId="47"/>
        <pc:sldMkLst>
          <pc:docMk/>
          <pc:sldMk cId="27168732" sldId="270"/>
        </pc:sldMkLst>
        <pc:spChg chg="del mod ord">
          <ac:chgData name="sahar shariatpanahi" userId="aaf7b756e5642d36" providerId="LiveId" clId="{1FCE1815-3237-4FA6-B508-75A138C41D32}" dt="2026-10-22T01:07:29.525" v="704" actId="700"/>
          <ac:spMkLst>
            <pc:docMk/>
            <pc:sldMk cId="27168732" sldId="270"/>
            <ac:spMk id="2" creationId="{FF7742E2-F3AA-4569-83F4-7FB5325370E8}"/>
          </ac:spMkLst>
        </pc:spChg>
        <pc:spChg chg="del mod ord">
          <ac:chgData name="sahar shariatpanahi" userId="aaf7b756e5642d36" providerId="LiveId" clId="{1FCE1815-3237-4FA6-B508-75A138C41D32}" dt="2026-10-22T01:07:29.525" v="704" actId="700"/>
          <ac:spMkLst>
            <pc:docMk/>
            <pc:sldMk cId="27168732" sldId="270"/>
            <ac:spMk id="3" creationId="{33D30E0A-1CE8-08C4-CE78-AF4DF857E61E}"/>
          </ac:spMkLst>
        </pc:spChg>
        <pc:spChg chg="add mod ord">
          <ac:chgData name="sahar shariatpanahi" userId="aaf7b756e5642d36" providerId="LiveId" clId="{1FCE1815-3237-4FA6-B508-75A138C41D32}" dt="2026-10-22T01:07:29.525" v="704" actId="700"/>
          <ac:spMkLst>
            <pc:docMk/>
            <pc:sldMk cId="27168732" sldId="270"/>
            <ac:spMk id="4" creationId="{3FA1AA5F-C79D-86ED-EAD7-2E5B87F3C1C0}"/>
          </ac:spMkLst>
        </pc:spChg>
        <pc:spChg chg="add mod ord">
          <ac:chgData name="sahar shariatpanahi" userId="aaf7b756e5642d36" providerId="LiveId" clId="{1FCE1815-3237-4FA6-B508-75A138C41D32}" dt="2026-10-22T01:07:29.525" v="704" actId="700"/>
          <ac:spMkLst>
            <pc:docMk/>
            <pc:sldMk cId="27168732" sldId="270"/>
            <ac:spMk id="5" creationId="{4674F153-4D61-D384-8C6A-C73B445CB106}"/>
          </ac:spMkLst>
        </pc:spChg>
      </pc:sldChg>
      <pc:sldChg chg="new del">
        <pc:chgData name="sahar shariatpanahi" userId="aaf7b756e5642d36" providerId="LiveId" clId="{1FCE1815-3237-4FA6-B508-75A138C41D32}" dt="2026-10-22T00:24:18.455" v="159" actId="47"/>
        <pc:sldMkLst>
          <pc:docMk/>
          <pc:sldMk cId="211946589" sldId="270"/>
        </pc:sldMkLst>
      </pc:sldChg>
      <pc:sldChg chg="addSp delSp modSp new mod">
        <pc:chgData name="sahar shariatpanahi" userId="aaf7b756e5642d36" providerId="LiveId" clId="{1FCE1815-3237-4FA6-B508-75A138C41D32}" dt="2026-10-22T02:49:41.241" v="1323" actId="113"/>
        <pc:sldMkLst>
          <pc:docMk/>
          <pc:sldMk cId="1427374780" sldId="270"/>
        </pc:sldMkLst>
        <pc:spChg chg="mod">
          <ac:chgData name="sahar shariatpanahi" userId="aaf7b756e5642d36" providerId="LiveId" clId="{1FCE1815-3237-4FA6-B508-75A138C41D32}" dt="2026-10-22T01:24:41.987" v="945" actId="313"/>
          <ac:spMkLst>
            <pc:docMk/>
            <pc:sldMk cId="1427374780" sldId="270"/>
            <ac:spMk id="2" creationId="{B0E39CBC-EDF6-D58E-48B4-2F5ADD0D54EE}"/>
          </ac:spMkLst>
        </pc:spChg>
        <pc:spChg chg="mod">
          <ac:chgData name="sahar shariatpanahi" userId="aaf7b756e5642d36" providerId="LiveId" clId="{1FCE1815-3237-4FA6-B508-75A138C41D32}" dt="2026-10-22T02:49:41.241" v="1323" actId="113"/>
          <ac:spMkLst>
            <pc:docMk/>
            <pc:sldMk cId="1427374780" sldId="270"/>
            <ac:spMk id="3" creationId="{0281EFDE-D8BA-EBDC-291D-2C52DE0C75B0}"/>
          </ac:spMkLst>
        </pc:spChg>
        <pc:spChg chg="add del">
          <ac:chgData name="sahar shariatpanahi" userId="aaf7b756e5642d36" providerId="LiveId" clId="{1FCE1815-3237-4FA6-B508-75A138C41D32}" dt="2026-10-22T01:36:06.837" v="1064" actId="478"/>
          <ac:spMkLst>
            <pc:docMk/>
            <pc:sldMk cId="1427374780" sldId="270"/>
            <ac:spMk id="10" creationId="{E62F992B-3649-BCD1-F3C5-353AAACBC0D8}"/>
          </ac:spMkLst>
        </pc:spChg>
        <pc:spChg chg="add del mod">
          <ac:chgData name="sahar shariatpanahi" userId="aaf7b756e5642d36" providerId="LiveId" clId="{1FCE1815-3237-4FA6-B508-75A138C41D32}" dt="2026-10-22T01:38:08.449" v="1097" actId="478"/>
          <ac:spMkLst>
            <pc:docMk/>
            <pc:sldMk cId="1427374780" sldId="270"/>
            <ac:spMk id="11" creationId="{F08FF02E-788E-9916-6C15-FF40A03E9737}"/>
          </ac:spMkLst>
        </pc:spChg>
        <pc:spChg chg="add del mod">
          <ac:chgData name="sahar shariatpanahi" userId="aaf7b756e5642d36" providerId="LiveId" clId="{1FCE1815-3237-4FA6-B508-75A138C41D32}" dt="2026-10-22T01:38:20.644" v="1100" actId="478"/>
          <ac:spMkLst>
            <pc:docMk/>
            <pc:sldMk cId="1427374780" sldId="270"/>
            <ac:spMk id="12" creationId="{3FC5A4A6-0241-0A61-F103-CB68F1520D12}"/>
          </ac:spMkLst>
        </pc:spChg>
        <pc:spChg chg="add del mod">
          <ac:chgData name="sahar shariatpanahi" userId="aaf7b756e5642d36" providerId="LiveId" clId="{1FCE1815-3237-4FA6-B508-75A138C41D32}" dt="2026-10-22T01:41:25.251" v="1145" actId="478"/>
          <ac:spMkLst>
            <pc:docMk/>
            <pc:sldMk cId="1427374780" sldId="270"/>
            <ac:spMk id="17" creationId="{61A5EC2C-947B-083E-D293-2F60B2DE9F5C}"/>
          </ac:spMkLst>
        </pc:spChg>
        <pc:spChg chg="add del mod">
          <ac:chgData name="sahar shariatpanahi" userId="aaf7b756e5642d36" providerId="LiveId" clId="{1FCE1815-3237-4FA6-B508-75A138C41D32}" dt="2026-10-22T01:41:22.062" v="1144" actId="478"/>
          <ac:spMkLst>
            <pc:docMk/>
            <pc:sldMk cId="1427374780" sldId="270"/>
            <ac:spMk id="20" creationId="{69831646-69B0-0987-CE90-EF27AE8220A8}"/>
          </ac:spMkLst>
        </pc:spChg>
        <pc:spChg chg="add del mod">
          <ac:chgData name="sahar shariatpanahi" userId="aaf7b756e5642d36" providerId="LiveId" clId="{1FCE1815-3237-4FA6-B508-75A138C41D32}" dt="2026-10-22T01:41:28.165" v="1146" actId="478"/>
          <ac:spMkLst>
            <pc:docMk/>
            <pc:sldMk cId="1427374780" sldId="270"/>
            <ac:spMk id="23" creationId="{F691FC51-FC49-E548-D0E3-4C1C789282F3}"/>
          </ac:spMkLst>
        </pc:spChg>
        <pc:spChg chg="add mod">
          <ac:chgData name="sahar shariatpanahi" userId="aaf7b756e5642d36" providerId="LiveId" clId="{1FCE1815-3237-4FA6-B508-75A138C41D32}" dt="2026-10-22T02:46:18.110" v="1235" actId="122"/>
          <ac:spMkLst>
            <pc:docMk/>
            <pc:sldMk cId="1427374780" sldId="270"/>
            <ac:spMk id="26" creationId="{F0ED480E-FEA1-6154-D8B6-E56277D3B013}"/>
          </ac:spMkLst>
        </pc:spChg>
        <pc:spChg chg="add mod">
          <ac:chgData name="sahar shariatpanahi" userId="aaf7b756e5642d36" providerId="LiveId" clId="{1FCE1815-3237-4FA6-B508-75A138C41D32}" dt="2026-10-22T02:46:13.721" v="1234" actId="122"/>
          <ac:spMkLst>
            <pc:docMk/>
            <pc:sldMk cId="1427374780" sldId="270"/>
            <ac:spMk id="28" creationId="{24767574-74B8-5F96-5318-C0A775A20769}"/>
          </ac:spMkLst>
        </pc:spChg>
        <pc:spChg chg="add del">
          <ac:chgData name="sahar shariatpanahi" userId="aaf7b756e5642d36" providerId="LiveId" clId="{1FCE1815-3237-4FA6-B508-75A138C41D32}" dt="2026-10-22T02:46:29.139" v="1237" actId="22"/>
          <ac:spMkLst>
            <pc:docMk/>
            <pc:sldMk cId="1427374780" sldId="270"/>
            <ac:spMk id="30" creationId="{F4931699-443F-453A-10C2-ADCBF33C0667}"/>
          </ac:spMkLst>
        </pc:spChg>
        <pc:spChg chg="add del mod">
          <ac:chgData name="sahar shariatpanahi" userId="aaf7b756e5642d36" providerId="LiveId" clId="{1FCE1815-3237-4FA6-B508-75A138C41D32}" dt="2026-10-22T02:46:56.974" v="1243" actId="22"/>
          <ac:spMkLst>
            <pc:docMk/>
            <pc:sldMk cId="1427374780" sldId="270"/>
            <ac:spMk id="32" creationId="{E2C9A79E-BF0E-1E2C-993A-C069957C9553}"/>
          </ac:spMkLst>
        </pc:spChg>
        <pc:spChg chg="add mod">
          <ac:chgData name="sahar shariatpanahi" userId="aaf7b756e5642d36" providerId="LiveId" clId="{1FCE1815-3237-4FA6-B508-75A138C41D32}" dt="2026-10-22T02:48:00.376" v="1256" actId="14100"/>
          <ac:spMkLst>
            <pc:docMk/>
            <pc:sldMk cId="1427374780" sldId="270"/>
            <ac:spMk id="33" creationId="{EF000172-0A5D-D2AB-E603-B2AF0573D836}"/>
          </ac:spMkLst>
        </pc:spChg>
        <pc:spChg chg="add mod">
          <ac:chgData name="sahar shariatpanahi" userId="aaf7b756e5642d36" providerId="LiveId" clId="{1FCE1815-3237-4FA6-B508-75A138C41D32}" dt="2026-10-22T02:47:26.555" v="1249" actId="767"/>
          <ac:spMkLst>
            <pc:docMk/>
            <pc:sldMk cId="1427374780" sldId="270"/>
            <ac:spMk id="34" creationId="{D2FC6C8C-93C9-1484-5E1D-9BD18C27947B}"/>
          </ac:spMkLst>
        </pc:spChg>
        <pc:spChg chg="add mod">
          <ac:chgData name="sahar shariatpanahi" userId="aaf7b756e5642d36" providerId="LiveId" clId="{1FCE1815-3237-4FA6-B508-75A138C41D32}" dt="2026-10-22T02:48:22.461" v="1262" actId="20577"/>
          <ac:spMkLst>
            <pc:docMk/>
            <pc:sldMk cId="1427374780" sldId="270"/>
            <ac:spMk id="40" creationId="{D58740FE-C9DE-38D4-07BD-13C65D39769A}"/>
          </ac:spMkLst>
        </pc:spChg>
        <pc:picChg chg="add del mod">
          <ac:chgData name="sahar shariatpanahi" userId="aaf7b756e5642d36" providerId="LiveId" clId="{1FCE1815-3237-4FA6-B508-75A138C41D32}" dt="2026-10-22T01:34:35.939" v="1038" actId="478"/>
          <ac:picMkLst>
            <pc:docMk/>
            <pc:sldMk cId="1427374780" sldId="270"/>
            <ac:picMk id="5" creationId="{0391F4FC-6DBD-1B16-1E07-0CEBD7BB106E}"/>
          </ac:picMkLst>
        </pc:picChg>
        <pc:picChg chg="add del mod">
          <ac:chgData name="sahar shariatpanahi" userId="aaf7b756e5642d36" providerId="LiveId" clId="{1FCE1815-3237-4FA6-B508-75A138C41D32}" dt="2026-10-22T01:38:00.161" v="1095" actId="478"/>
          <ac:picMkLst>
            <pc:docMk/>
            <pc:sldMk cId="1427374780" sldId="270"/>
            <ac:picMk id="7" creationId="{16214F2D-1A8F-02C4-C4CF-1E88F741A92F}"/>
          </ac:picMkLst>
        </pc:picChg>
        <pc:picChg chg="add mod">
          <ac:chgData name="sahar shariatpanahi" userId="aaf7b756e5642d36" providerId="LiveId" clId="{1FCE1815-3237-4FA6-B508-75A138C41D32}" dt="2026-10-22T01:40:01.847" v="1122" actId="14100"/>
          <ac:picMkLst>
            <pc:docMk/>
            <pc:sldMk cId="1427374780" sldId="270"/>
            <ac:picMk id="9" creationId="{F6904BA1-E729-B9D3-2F60-E8E43DAA471A}"/>
          </ac:picMkLst>
        </pc:picChg>
        <pc:picChg chg="add del mod">
          <ac:chgData name="sahar shariatpanahi" userId="aaf7b756e5642d36" providerId="LiveId" clId="{1FCE1815-3237-4FA6-B508-75A138C41D32}" dt="2026-10-22T01:39:07.278" v="1110" actId="478"/>
          <ac:picMkLst>
            <pc:docMk/>
            <pc:sldMk cId="1427374780" sldId="270"/>
            <ac:picMk id="14" creationId="{CA82F2E1-9474-C2D8-ABBE-767EF6D82D46}"/>
          </ac:picMkLst>
        </pc:picChg>
        <pc:picChg chg="add del mod">
          <ac:chgData name="sahar shariatpanahi" userId="aaf7b756e5642d36" providerId="LiveId" clId="{1FCE1815-3237-4FA6-B508-75A138C41D32}" dt="2026-10-22T01:40:21.151" v="1130" actId="478"/>
          <ac:picMkLst>
            <pc:docMk/>
            <pc:sldMk cId="1427374780" sldId="270"/>
            <ac:picMk id="16" creationId="{46F31D9F-E6E3-6DF2-ADF0-99F051D673E5}"/>
          </ac:picMkLst>
        </pc:picChg>
        <pc:picChg chg="add mod">
          <ac:chgData name="sahar shariatpanahi" userId="aaf7b756e5642d36" providerId="LiveId" clId="{1FCE1815-3237-4FA6-B508-75A138C41D32}" dt="2026-10-22T01:40:09.597" v="1125" actId="1076"/>
          <ac:picMkLst>
            <pc:docMk/>
            <pc:sldMk cId="1427374780" sldId="270"/>
            <ac:picMk id="19" creationId="{BFEC242F-9340-A7A9-0A37-8AE469A8D6F9}"/>
          </ac:picMkLst>
        </pc:picChg>
        <pc:picChg chg="add mod">
          <ac:chgData name="sahar shariatpanahi" userId="aaf7b756e5642d36" providerId="LiveId" clId="{1FCE1815-3237-4FA6-B508-75A138C41D32}" dt="2026-10-22T01:40:15.894" v="1128" actId="1076"/>
          <ac:picMkLst>
            <pc:docMk/>
            <pc:sldMk cId="1427374780" sldId="270"/>
            <ac:picMk id="22" creationId="{C8CD569D-9F46-6E87-11FE-77472B5A89A5}"/>
          </ac:picMkLst>
        </pc:picChg>
        <pc:picChg chg="add mod">
          <ac:chgData name="sahar shariatpanahi" userId="aaf7b756e5642d36" providerId="LiveId" clId="{1FCE1815-3237-4FA6-B508-75A138C41D32}" dt="2026-10-22T01:41:31.579" v="1147" actId="1076"/>
          <ac:picMkLst>
            <pc:docMk/>
            <pc:sldMk cId="1427374780" sldId="270"/>
            <ac:picMk id="25" creationId="{E84BD253-5E20-8637-596D-CA0520039EFD}"/>
          </ac:picMkLst>
        </pc:picChg>
        <pc:picChg chg="add del mod">
          <ac:chgData name="sahar shariatpanahi" userId="aaf7b756e5642d36" providerId="LiveId" clId="{1FCE1815-3237-4FA6-B508-75A138C41D32}" dt="2026-10-22T02:47:47.326" v="1252" actId="478"/>
          <ac:picMkLst>
            <pc:docMk/>
            <pc:sldMk cId="1427374780" sldId="270"/>
            <ac:picMk id="36" creationId="{D829892D-715F-E903-D151-8C4008DEE0D9}"/>
          </ac:picMkLst>
        </pc:picChg>
        <pc:picChg chg="add del mod">
          <ac:chgData name="sahar shariatpanahi" userId="aaf7b756e5642d36" providerId="LiveId" clId="{1FCE1815-3237-4FA6-B508-75A138C41D32}" dt="2026-10-22T02:48:01.676" v="1258" actId="22"/>
          <ac:picMkLst>
            <pc:docMk/>
            <pc:sldMk cId="1427374780" sldId="270"/>
            <ac:picMk id="38" creationId="{0F95BB2B-8EE5-9F15-2171-E437F1BBB3E9}"/>
          </ac:picMkLst>
        </pc:picChg>
      </pc:sldChg>
      <pc:sldChg chg="addSp delSp modSp new mod">
        <pc:chgData name="sahar shariatpanahi" userId="aaf7b756e5642d36" providerId="LiveId" clId="{1FCE1815-3237-4FA6-B508-75A138C41D32}" dt="2026-10-22T03:12:13.968" v="1681" actId="20577"/>
        <pc:sldMkLst>
          <pc:docMk/>
          <pc:sldMk cId="2416587998" sldId="271"/>
        </pc:sldMkLst>
        <pc:spChg chg="mod">
          <ac:chgData name="sahar shariatpanahi" userId="aaf7b756e5642d36" providerId="LiveId" clId="{1FCE1815-3237-4FA6-B508-75A138C41D32}" dt="2026-10-22T03:06:39.892" v="1499" actId="20577"/>
          <ac:spMkLst>
            <pc:docMk/>
            <pc:sldMk cId="2416587998" sldId="271"/>
            <ac:spMk id="2" creationId="{4BCC983D-A894-AB06-B6B7-997752BE1574}"/>
          </ac:spMkLst>
        </pc:spChg>
        <pc:spChg chg="mod">
          <ac:chgData name="sahar shariatpanahi" userId="aaf7b756e5642d36" providerId="LiveId" clId="{1FCE1815-3237-4FA6-B508-75A138C41D32}" dt="2026-10-22T03:08:53.186" v="1626" actId="20577"/>
          <ac:spMkLst>
            <pc:docMk/>
            <pc:sldMk cId="2416587998" sldId="271"/>
            <ac:spMk id="3" creationId="{725D63D1-F9E6-3FBC-56FD-64A6E4FA60F6}"/>
          </ac:spMkLst>
        </pc:spChg>
        <pc:graphicFrameChg chg="add mod modGraphic">
          <ac:chgData name="sahar shariatpanahi" userId="aaf7b756e5642d36" providerId="LiveId" clId="{1FCE1815-3237-4FA6-B508-75A138C41D32}" dt="2026-10-22T03:12:13.968" v="1681" actId="20577"/>
          <ac:graphicFrameMkLst>
            <pc:docMk/>
            <pc:sldMk cId="2416587998" sldId="271"/>
            <ac:graphicFrameMk id="8" creationId="{A832A9B4-5EF0-EB43-0890-A63178B905B7}"/>
          </ac:graphicFrameMkLst>
        </pc:graphicFrameChg>
        <pc:picChg chg="add del mod">
          <ac:chgData name="sahar shariatpanahi" userId="aaf7b756e5642d36" providerId="LiveId" clId="{1FCE1815-3237-4FA6-B508-75A138C41D32}" dt="2026-10-22T03:09:36.163" v="1629" actId="478"/>
          <ac:picMkLst>
            <pc:docMk/>
            <pc:sldMk cId="2416587998" sldId="271"/>
            <ac:picMk id="5" creationId="{9E4B8E0A-494D-AFF1-654E-A9809AC9D31F}"/>
          </ac:picMkLst>
        </pc:picChg>
        <pc:picChg chg="add mod">
          <ac:chgData name="sahar shariatpanahi" userId="aaf7b756e5642d36" providerId="LiveId" clId="{1FCE1815-3237-4FA6-B508-75A138C41D32}" dt="2026-10-22T03:10:50.317" v="1641" actId="1076"/>
          <ac:picMkLst>
            <pc:docMk/>
            <pc:sldMk cId="2416587998" sldId="271"/>
            <ac:picMk id="7" creationId="{96E3D529-A92D-BC73-5683-A40E42AF2B2F}"/>
          </ac:picMkLst>
        </pc:picChg>
      </pc:sldChg>
      <pc:sldChg chg="addSp modSp new mod">
        <pc:chgData name="sahar shariatpanahi" userId="aaf7b756e5642d36" providerId="LiveId" clId="{1FCE1815-3237-4FA6-B508-75A138C41D32}" dt="2026-10-22T04:02:34.543" v="2898" actId="20577"/>
        <pc:sldMkLst>
          <pc:docMk/>
          <pc:sldMk cId="3391084721" sldId="272"/>
        </pc:sldMkLst>
        <pc:spChg chg="mod">
          <ac:chgData name="sahar shariatpanahi" userId="aaf7b756e5642d36" providerId="LiveId" clId="{1FCE1815-3237-4FA6-B508-75A138C41D32}" dt="2026-10-22T03:45:20.752" v="2229" actId="20577"/>
          <ac:spMkLst>
            <pc:docMk/>
            <pc:sldMk cId="3391084721" sldId="272"/>
            <ac:spMk id="2" creationId="{60DC92CE-416B-8CB4-48E7-36A9D0C45792}"/>
          </ac:spMkLst>
        </pc:spChg>
        <pc:spChg chg="mod">
          <ac:chgData name="sahar shariatpanahi" userId="aaf7b756e5642d36" providerId="LiveId" clId="{1FCE1815-3237-4FA6-B508-75A138C41D32}" dt="2026-10-22T04:02:34.543" v="2898" actId="20577"/>
          <ac:spMkLst>
            <pc:docMk/>
            <pc:sldMk cId="3391084721" sldId="272"/>
            <ac:spMk id="3" creationId="{C78184B2-15F8-B7D7-8300-538D4DFD2B1A}"/>
          </ac:spMkLst>
        </pc:spChg>
        <pc:graphicFrameChg chg="add mod modGraphic">
          <ac:chgData name="sahar shariatpanahi" userId="aaf7b756e5642d36" providerId="LiveId" clId="{1FCE1815-3237-4FA6-B508-75A138C41D32}" dt="2026-10-22T03:56:50.230" v="2590" actId="14734"/>
          <ac:graphicFrameMkLst>
            <pc:docMk/>
            <pc:sldMk cId="3391084721" sldId="272"/>
            <ac:graphicFrameMk id="4" creationId="{B2DA6A1E-FE7A-DC9C-AE7C-BF7A03863368}"/>
          </ac:graphicFrameMkLst>
        </pc:graphicFrameChg>
      </pc:sldChg>
      <pc:sldChg chg="addSp modSp add mod">
        <pc:chgData name="sahar shariatpanahi" userId="aaf7b756e5642d36" providerId="LiveId" clId="{1FCE1815-3237-4FA6-B508-75A138C41D32}" dt="2026-10-22T02:57:42.325" v="1432" actId="14100"/>
        <pc:sldMkLst>
          <pc:docMk/>
          <pc:sldMk cId="4228994628" sldId="273"/>
        </pc:sldMkLst>
        <pc:spChg chg="add mod">
          <ac:chgData name="sahar shariatpanahi" userId="aaf7b756e5642d36" providerId="LiveId" clId="{1FCE1815-3237-4FA6-B508-75A138C41D32}" dt="2026-10-22T02:57:42.325" v="1432" actId="14100"/>
          <ac:spMkLst>
            <pc:docMk/>
            <pc:sldMk cId="4228994628" sldId="273"/>
            <ac:spMk id="4" creationId="{B3FC144F-7BAB-D0BB-7156-3FB8E9D7CEB3}"/>
          </ac:spMkLst>
        </pc:spChg>
        <pc:spChg chg="mod">
          <ac:chgData name="sahar shariatpanahi" userId="aaf7b756e5642d36" providerId="LiveId" clId="{1FCE1815-3237-4FA6-B508-75A138C41D32}" dt="2026-10-22T02:55:17.472" v="1412" actId="313"/>
          <ac:spMkLst>
            <pc:docMk/>
            <pc:sldMk cId="4228994628" sldId="273"/>
            <ac:spMk id="5" creationId="{DDA14066-27B1-EBC1-6978-D36AEAD850C8}"/>
          </ac:spMkLst>
        </pc:spChg>
        <pc:spChg chg="mod">
          <ac:chgData name="sahar shariatpanahi" userId="aaf7b756e5642d36" providerId="LiveId" clId="{1FCE1815-3237-4FA6-B508-75A138C41D32}" dt="2026-10-22T02:57:26.913" v="1430" actId="1076"/>
          <ac:spMkLst>
            <pc:docMk/>
            <pc:sldMk cId="4228994628" sldId="273"/>
            <ac:spMk id="6" creationId="{88A13EF6-AE5B-9C57-3EFF-AF9847C44193}"/>
          </ac:spMkLst>
        </pc:spChg>
        <pc:spChg chg="mod">
          <ac:chgData name="sahar shariatpanahi" userId="aaf7b756e5642d36" providerId="LiveId" clId="{1FCE1815-3237-4FA6-B508-75A138C41D32}" dt="2026-10-22T02:55:28.010" v="1415" actId="113"/>
          <ac:spMkLst>
            <pc:docMk/>
            <pc:sldMk cId="4228994628" sldId="273"/>
            <ac:spMk id="10" creationId="{13D223A1-EF45-7580-6219-59CA5033905B}"/>
          </ac:spMkLst>
        </pc:spChg>
        <pc:spChg chg="mod">
          <ac:chgData name="sahar shariatpanahi" userId="aaf7b756e5642d36" providerId="LiveId" clId="{1FCE1815-3237-4FA6-B508-75A138C41D32}" dt="2026-10-22T02:55:49.301" v="1417" actId="113"/>
          <ac:spMkLst>
            <pc:docMk/>
            <pc:sldMk cId="4228994628" sldId="273"/>
            <ac:spMk id="13" creationId="{4017E0A3-29DD-29B5-5FCD-8DBBCC0018A9}"/>
          </ac:spMkLst>
        </pc:spChg>
        <pc:spChg chg="mod">
          <ac:chgData name="sahar shariatpanahi" userId="aaf7b756e5642d36" providerId="LiveId" clId="{1FCE1815-3237-4FA6-B508-75A138C41D32}" dt="2026-10-22T02:56:10.957" v="1420" actId="113"/>
          <ac:spMkLst>
            <pc:docMk/>
            <pc:sldMk cId="4228994628" sldId="273"/>
            <ac:spMk id="15" creationId="{029B56A6-FDD3-7327-381D-12F5E4D801FF}"/>
          </ac:spMkLst>
        </pc:spChg>
        <pc:spChg chg="mod">
          <ac:chgData name="sahar shariatpanahi" userId="aaf7b756e5642d36" providerId="LiveId" clId="{1FCE1815-3237-4FA6-B508-75A138C41D32}" dt="2026-10-22T02:57:38.348" v="1431" actId="20577"/>
          <ac:spMkLst>
            <pc:docMk/>
            <pc:sldMk cId="4228994628" sldId="273"/>
            <ac:spMk id="17" creationId="{47874543-B1C5-1716-EAE4-02EFBE1B8A3A}"/>
          </ac:spMkLst>
        </pc:spChg>
      </pc:sldChg>
      <pc:sldChg chg="addSp delSp modSp new mod">
        <pc:chgData name="sahar shariatpanahi" userId="aaf7b756e5642d36" providerId="LiveId" clId="{1FCE1815-3237-4FA6-B508-75A138C41D32}" dt="2026-10-22T03:43:35.023" v="2218" actId="255"/>
        <pc:sldMkLst>
          <pc:docMk/>
          <pc:sldMk cId="4047039983" sldId="274"/>
        </pc:sldMkLst>
        <pc:spChg chg="mod">
          <ac:chgData name="sahar shariatpanahi" userId="aaf7b756e5642d36" providerId="LiveId" clId="{1FCE1815-3237-4FA6-B508-75A138C41D32}" dt="2026-10-22T03:13:49.191" v="1683"/>
          <ac:spMkLst>
            <pc:docMk/>
            <pc:sldMk cId="4047039983" sldId="274"/>
            <ac:spMk id="2" creationId="{30F19E16-7C7C-A30D-C983-87EF9B5603A6}"/>
          </ac:spMkLst>
        </pc:spChg>
        <pc:spChg chg="del">
          <ac:chgData name="sahar shariatpanahi" userId="aaf7b756e5642d36" providerId="LiveId" clId="{1FCE1815-3237-4FA6-B508-75A138C41D32}" dt="2026-10-22T03:23:38.111" v="1684" actId="22"/>
          <ac:spMkLst>
            <pc:docMk/>
            <pc:sldMk cId="4047039983" sldId="274"/>
            <ac:spMk id="3" creationId="{D879CBAD-1E2C-8A92-B645-A6FD6319A52B}"/>
          </ac:spMkLst>
        </pc:spChg>
        <pc:spChg chg="add mod">
          <ac:chgData name="sahar shariatpanahi" userId="aaf7b756e5642d36" providerId="LiveId" clId="{1FCE1815-3237-4FA6-B508-75A138C41D32}" dt="2026-10-22T03:32:59.292" v="1990" actId="20577"/>
          <ac:spMkLst>
            <pc:docMk/>
            <pc:sldMk cId="4047039983" sldId="274"/>
            <ac:spMk id="7" creationId="{03F5AB4C-4FA7-BE44-E612-2CB0DA056A65}"/>
          </ac:spMkLst>
        </pc:spChg>
        <pc:spChg chg="add del mod">
          <ac:chgData name="sahar shariatpanahi" userId="aaf7b756e5642d36" providerId="LiveId" clId="{1FCE1815-3237-4FA6-B508-75A138C41D32}" dt="2026-10-22T03:30:45.924" v="1910" actId="478"/>
          <ac:spMkLst>
            <pc:docMk/>
            <pc:sldMk cId="4047039983" sldId="274"/>
            <ac:spMk id="10" creationId="{7FE997C2-42DB-E813-D56F-505400E4BBB2}"/>
          </ac:spMkLst>
        </pc:spChg>
        <pc:spChg chg="add del mod">
          <ac:chgData name="sahar shariatpanahi" userId="aaf7b756e5642d36" providerId="LiveId" clId="{1FCE1815-3237-4FA6-B508-75A138C41D32}" dt="2026-10-22T03:32:56.224" v="1989" actId="478"/>
          <ac:spMkLst>
            <pc:docMk/>
            <pc:sldMk cId="4047039983" sldId="274"/>
            <ac:spMk id="11" creationId="{582718AB-0908-FD41-6492-0ADCE9145835}"/>
          </ac:spMkLst>
        </pc:spChg>
        <pc:graphicFrameChg chg="add mod modGraphic">
          <ac:chgData name="sahar shariatpanahi" userId="aaf7b756e5642d36" providerId="LiveId" clId="{1FCE1815-3237-4FA6-B508-75A138C41D32}" dt="2026-10-22T03:43:35.023" v="2218" actId="255"/>
          <ac:graphicFrameMkLst>
            <pc:docMk/>
            <pc:sldMk cId="4047039983" sldId="274"/>
            <ac:graphicFrameMk id="12" creationId="{0054B53E-AD56-2331-1387-19E8BA641798}"/>
          </ac:graphicFrameMkLst>
        </pc:graphicFrameChg>
        <pc:picChg chg="add del mod ord">
          <ac:chgData name="sahar shariatpanahi" userId="aaf7b756e5642d36" providerId="LiveId" clId="{1FCE1815-3237-4FA6-B508-75A138C41D32}" dt="2026-10-22T03:23:42.348" v="1687" actId="478"/>
          <ac:picMkLst>
            <pc:docMk/>
            <pc:sldMk cId="4047039983" sldId="274"/>
            <ac:picMk id="5" creationId="{0D66C6E6-A3AA-74F8-25BA-A49B11DC3DF9}"/>
          </ac:picMkLst>
        </pc:picChg>
        <pc:picChg chg="add del mod">
          <ac:chgData name="sahar shariatpanahi" userId="aaf7b756e5642d36" providerId="LiveId" clId="{1FCE1815-3237-4FA6-B508-75A138C41D32}" dt="2026-10-22T03:24:37.850" v="1774" actId="478"/>
          <ac:picMkLst>
            <pc:docMk/>
            <pc:sldMk cId="4047039983" sldId="274"/>
            <ac:picMk id="9" creationId="{BC797270-E2E1-A627-50F7-FC020EE654E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2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9D2B7C3-93C4-3719-D2A9-FBE9AFC2AC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54227"/>
            <a:ext cx="8229600" cy="4727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57200"/>
            <a:ext cx="3424518" cy="11398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B3CFBE15-E4BE-4B42-AEEE-ED6C6B9CFCE2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8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28"/>
            <a:ext cx="11277599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94040C0B-3638-F744-9F98-D66CEC428329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1728"/>
            <a:ext cx="11277599" cy="4539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9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5031BA-FE29-1272-03FA-2B84A99174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5257800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1" y="6019799"/>
            <a:ext cx="11277598" cy="3810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EF7764-3766-AD43-917F-3181D2483C36}" type="datetime1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071A80C-9405-B736-DA8E-7C6B87617DC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7200" y="457199"/>
            <a:ext cx="11274552" cy="4572001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07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E88507-42ED-EBB5-0C22-CA3A46666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52" y="3175"/>
            <a:ext cx="12186353" cy="6854823"/>
          </a:xfrm>
          <a:custGeom>
            <a:avLst/>
            <a:gdLst>
              <a:gd name="csX0" fmla="*/ 0 w 12186355"/>
              <a:gd name="csY0" fmla="*/ 0 h 6854824"/>
              <a:gd name="csX1" fmla="*/ 12186355 w 12186355"/>
              <a:gd name="csY1" fmla="*/ 0 h 6854824"/>
              <a:gd name="csX2" fmla="*/ 12186355 w 12186355"/>
              <a:gd name="csY2" fmla="*/ 454025 h 6854824"/>
              <a:gd name="csX3" fmla="*/ 4798004 w 12186355"/>
              <a:gd name="csY3" fmla="*/ 454025 h 6854824"/>
              <a:gd name="csX4" fmla="*/ 4798004 w 12186355"/>
              <a:gd name="csY4" fmla="*/ 6397625 h 6854824"/>
              <a:gd name="csX5" fmla="*/ 12186355 w 12186355"/>
              <a:gd name="csY5" fmla="*/ 6397625 h 6854824"/>
              <a:gd name="csX6" fmla="*/ 12186355 w 12186355"/>
              <a:gd name="csY6" fmla="*/ 6854824 h 6854824"/>
              <a:gd name="csX7" fmla="*/ 0 w 12186355"/>
              <a:gd name="csY7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5" h="6854824">
                <a:moveTo>
                  <a:pt x="0" y="0"/>
                </a:moveTo>
                <a:lnTo>
                  <a:pt x="12186355" y="0"/>
                </a:lnTo>
                <a:lnTo>
                  <a:pt x="12186355" y="454025"/>
                </a:lnTo>
                <a:lnTo>
                  <a:pt x="4798004" y="454025"/>
                </a:lnTo>
                <a:lnTo>
                  <a:pt x="4798004" y="6397625"/>
                </a:lnTo>
                <a:lnTo>
                  <a:pt x="12186355" y="6397625"/>
                </a:lnTo>
                <a:lnTo>
                  <a:pt x="1218635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3886198" cy="45139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425200"/>
            <a:ext cx="3886200" cy="975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BD2E1884-4CA3-F14A-A3FE-9D94D32D34BF}" type="datetime1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0" y="76202"/>
            <a:ext cx="6019800" cy="36512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B516699-87B0-CAF3-CAD8-AA40FF750A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950" y="457200"/>
            <a:ext cx="7388352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820400" y="6416675"/>
            <a:ext cx="12954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24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A396DB-37C9-E6F8-96EC-A98E70903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0 w 12186353"/>
              <a:gd name="csY0" fmla="*/ 6854824 h 6854824"/>
              <a:gd name="csX1" fmla="*/ 12186353 w 12186353"/>
              <a:gd name="csY1" fmla="*/ 6854824 h 6854824"/>
              <a:gd name="csX2" fmla="*/ 12186353 w 12186353"/>
              <a:gd name="csY2" fmla="*/ 0 h 6854824"/>
              <a:gd name="csX3" fmla="*/ 0 w 12186353"/>
              <a:gd name="csY3" fmla="*/ 0 h 6854824"/>
              <a:gd name="csX4" fmla="*/ 0 w 12186353"/>
              <a:gd name="csY4" fmla="*/ 457198 h 6854824"/>
              <a:gd name="csX5" fmla="*/ 7418624 w 12186353"/>
              <a:gd name="csY5" fmla="*/ 457198 h 6854824"/>
              <a:gd name="csX6" fmla="*/ 7418624 w 12186353"/>
              <a:gd name="csY6" fmla="*/ 6400798 h 6854824"/>
              <a:gd name="csX7" fmla="*/ 0 w 12186353"/>
              <a:gd name="csY7" fmla="*/ 6400798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4">
                <a:moveTo>
                  <a:pt x="0" y="6854824"/>
                </a:moveTo>
                <a:lnTo>
                  <a:pt x="12186353" y="6854824"/>
                </a:lnTo>
                <a:lnTo>
                  <a:pt x="12186353" y="0"/>
                </a:lnTo>
                <a:lnTo>
                  <a:pt x="0" y="0"/>
                </a:lnTo>
                <a:lnTo>
                  <a:pt x="0" y="457198"/>
                </a:lnTo>
                <a:lnTo>
                  <a:pt x="7418624" y="457198"/>
                </a:lnTo>
                <a:lnTo>
                  <a:pt x="7418624" y="6400798"/>
                </a:lnTo>
                <a:lnTo>
                  <a:pt x="0" y="6400798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8702" y="1856835"/>
            <a:ext cx="3816098" cy="304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2" y="5362310"/>
            <a:ext cx="3816098" cy="1026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DCB9363-2EBD-E747-A181-1D3A08C65245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29ACD8CA-973C-C07A-B4B5-1C33BD6267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457200"/>
            <a:ext cx="742427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65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1CBD8CA-F53F-CFB6-D102-6C4CA833B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229600" cy="5414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43599"/>
            <a:ext cx="10896600" cy="46168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87593"/>
            <a:ext cx="914400" cy="365125"/>
          </a:xfrm>
        </p:spPr>
        <p:txBody>
          <a:bodyPr/>
          <a:lstStyle/>
          <a:p>
            <a:fld id="{A43625EB-9CE7-FE4A-962B-ADA6590F06B0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10395" y="87593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80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7588" y="457200"/>
            <a:ext cx="8723871" cy="4419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7100" y="5483226"/>
            <a:ext cx="5257800" cy="917574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5-9E38-2F43-A154-0A13A54C557F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9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DDC27D1-1506-B7FD-BBD8-570878A44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80952" cy="627709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5354" y="457200"/>
            <a:ext cx="3439445" cy="2971800"/>
          </a:xfrm>
        </p:spPr>
        <p:txBody>
          <a:bodyPr anchor="t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8CAE-C0F2-B346-BD4B-417B70F2F6EB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032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B2BFDAB-1042-6B32-CEEF-4E400B77CF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174"/>
            <a:ext cx="12192002" cy="6854824"/>
          </a:xfrm>
          <a:custGeom>
            <a:avLst/>
            <a:gdLst>
              <a:gd name="csX0" fmla="*/ 0 w 5650525"/>
              <a:gd name="csY0" fmla="*/ 0 h 6854824"/>
              <a:gd name="csX1" fmla="*/ 5650525 w 5650525"/>
              <a:gd name="csY1" fmla="*/ 0 h 6854824"/>
              <a:gd name="csX2" fmla="*/ 5650525 w 5650525"/>
              <a:gd name="csY2" fmla="*/ 6854824 h 6854824"/>
              <a:gd name="csX3" fmla="*/ 0 w 5650525"/>
              <a:gd name="csY3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0525" h="6854824">
                <a:moveTo>
                  <a:pt x="0" y="0"/>
                </a:moveTo>
                <a:lnTo>
                  <a:pt x="5650525" y="0"/>
                </a:lnTo>
                <a:lnTo>
                  <a:pt x="565052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7845553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51EF5BDB-72C5-6C45-B365-DB2A3AA7E4EB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8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15063-D727-8995-60D3-02623A7C2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9982201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FF6B260B-9C30-8041-A127-55431CED219C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427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38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6842E55-F2D0-924E-CEFB-721E6B52A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718468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0E42-D83C-0945-8790-6453F9081E20}" type="datetime1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8718468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4547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EFDED5-938A-286B-8D7B-122F48C83F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457200 h 6858000"/>
              <a:gd name="csX3" fmla="*/ 5715000 w 12192000"/>
              <a:gd name="csY3" fmla="*/ 457200 h 6858000"/>
              <a:gd name="csX4" fmla="*/ 5715000 w 12192000"/>
              <a:gd name="csY4" fmla="*/ 6400800 h 6858000"/>
              <a:gd name="csX5" fmla="*/ 12192000 w 12192000"/>
              <a:gd name="csY5" fmla="*/ 640080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457200"/>
                </a:lnTo>
                <a:lnTo>
                  <a:pt x="5715000" y="457200"/>
                </a:lnTo>
                <a:lnTo>
                  <a:pt x="5715000" y="6400800"/>
                </a:lnTo>
                <a:lnTo>
                  <a:pt x="12192000" y="640080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800600" cy="2540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B53C-24D5-7E4A-A014-94F398D5C635}" type="datetime1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4800601" cy="2945642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F711452-E8CD-4198-878F-62016D1DDA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15000" y="457200"/>
            <a:ext cx="6480048" cy="5943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91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4AEF0-FD49-9901-2650-A660E32BB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559CC2E-67E0-CD45-1923-3D29474D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510298"/>
            <a:ext cx="4800600" cy="33817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D06D-70B8-D14B-A67C-9271374366C3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EBA0937-B41B-914E-2AAC-46E2E3534A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34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40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C589F9-B5E9-4B33-8105-9AC2FFA5989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B78262B-02D6-47C9-67D0-07D0F3357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537"/>
            <a:ext cx="4800600" cy="298352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E1D74-C13D-F14A-9B9E-EB7933559C88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BB5A5D-0276-D53B-63DA-FE8A52528AC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01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4CEF6-557E-9804-CC9A-89809A5FF7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0200"/>
            <a:ext cx="3657600" cy="3657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4FB7707-CCB1-0246-9925-E5DB223369A7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47EA967-03AF-58FD-4A3C-C4F2DD0449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1600200"/>
            <a:ext cx="5565663" cy="3657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9076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BAAE26-8B0A-A488-121D-8BF5642E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AE76B46A-8201-CC4A-8088-50255B4B9D0D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386993"/>
            <a:ext cx="6629400" cy="408357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96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960BFB7-1A46-3D6C-10AE-175CE77B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F2D9860-67F8-974D-8794-2C5A1B3DA504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050111"/>
            <a:ext cx="6629400" cy="4940661"/>
          </a:xfrm>
        </p:spPr>
        <p:txBody>
          <a:bodyPr anchor="ctr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35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DB91743-0D30-2350-EB44-06EFA20D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8351A969-2D26-4F49-AF79-EF4D76632F71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2E3AAFD-6A60-1D0B-28FF-0B5CB92D6A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457200"/>
            <a:ext cx="6629400" cy="5943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549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313C0D-237C-145D-6D99-0704931ED3D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3827047 w 12186352"/>
              <a:gd name="csY3" fmla="*/ 454026 h 6854823"/>
              <a:gd name="csX4" fmla="*/ 3827047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3827047" y="454026"/>
                </a:lnTo>
                <a:lnTo>
                  <a:pt x="3827047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02" y="457200"/>
            <a:ext cx="2887123" cy="2514601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83FCCD6-08E9-5F43-B78A-D6D06FA7D888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83E9A5C-C933-60D2-BA0B-5D63E2467D6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102" y="3429000"/>
            <a:ext cx="2887123" cy="29717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4DB69AA-A231-8C00-D853-CD5E094B06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32696" y="457200"/>
            <a:ext cx="8359305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799"/>
            <a:ext cx="1295400" cy="381001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8158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314FBE-6941-996E-732C-BE9042D03FA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4568825 h 6854823"/>
              <a:gd name="csX2" fmla="*/ 11729151 w 12186352"/>
              <a:gd name="csY2" fmla="*/ 4568825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4568825"/>
                </a:lnTo>
                <a:lnTo>
                  <a:pt x="11729151" y="4568825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29201"/>
            <a:ext cx="3810000" cy="1371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52D2-CCDE-DA48-AA88-B770548F7575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D0830D9-CC27-C2C3-C727-D0E6E595B2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4114799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751" y="5029200"/>
            <a:ext cx="7016048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0907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CB3BA5-C3CC-30C6-920A-AFE4D14AF26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8" y="3177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3 h 6854823"/>
              <a:gd name="csX5" fmla="*/ 4761059 w 12186352"/>
              <a:gd name="csY5" fmla="*/ 6397623 h 6854823"/>
              <a:gd name="csX6" fmla="*/ 4761059 w 12186352"/>
              <a:gd name="csY6" fmla="*/ 454023 h 6854823"/>
              <a:gd name="csX7" fmla="*/ 12186352 w 12186352"/>
              <a:gd name="csY7" fmla="*/ 4540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3"/>
                </a:lnTo>
                <a:lnTo>
                  <a:pt x="4761059" y="6397623"/>
                </a:lnTo>
                <a:lnTo>
                  <a:pt x="4761059" y="454023"/>
                </a:lnTo>
                <a:lnTo>
                  <a:pt x="12186352" y="4540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B804614-19A7-C141-7231-84468947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0964" y="457200"/>
            <a:ext cx="3843837" cy="17100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1000"/>
          </a:xfrm>
        </p:spPr>
        <p:txBody>
          <a:bodyPr/>
          <a:lstStyle/>
          <a:p>
            <a:fld id="{2E2458BC-FE32-0A45-9DD7-ED7D64447D19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404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4F324D2-4F52-DFB7-CF7C-C3182974B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90964" y="2624462"/>
            <a:ext cx="3843837" cy="3776337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0822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8C312-FD23-D608-5B72-5DB43989560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4755412 w 12186352"/>
              <a:gd name="csY3" fmla="*/ 454026 h 6854823"/>
              <a:gd name="csX4" fmla="*/ 4755412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4755412" y="454026"/>
                </a:lnTo>
                <a:lnTo>
                  <a:pt x="4755412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3714" cy="171006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1000"/>
          </a:xfrm>
        </p:spPr>
        <p:txBody>
          <a:bodyPr/>
          <a:lstStyle/>
          <a:p>
            <a:fld id="{1233975F-0E53-0840-98CD-E03B319E6BC3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799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04AEB09-C22F-E34F-DEF8-A875003EEE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621290"/>
            <a:ext cx="3813714" cy="377951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B255439D-9DD5-19F0-DFF1-101A9899DF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06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707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DD87899-462F-D06B-5D64-3ED065B3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060" y="457200"/>
            <a:ext cx="4735740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D0CA20AB-D25D-704E-83C3-6B013E02E645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799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05F337F-4512-E680-8F5A-95C1812826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68F33D8-4565-CA0E-DF2E-27FBE006F9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60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399" y="6400800"/>
            <a:ext cx="1295399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7869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60" y="457200"/>
            <a:ext cx="4796699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1" cy="380999"/>
          </a:xfrm>
        </p:spPr>
        <p:txBody>
          <a:bodyPr/>
          <a:lstStyle/>
          <a:p>
            <a:fld id="{B31F77D0-31D8-5446-A1F3-FE6147C324EC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2"/>
            <a:ext cx="6019800" cy="38099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AC9A1BA-A83A-E476-1A91-3DB0B544DF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835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90998F5-C9FB-EC52-B802-B62AA63E42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9976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400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6013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46F2B-72CE-C947-0021-F34244B4344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3654426 h 6854823"/>
              <a:gd name="csX2" fmla="*/ 11729151 w 12186352"/>
              <a:gd name="csY2" fmla="*/ 3654426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3654426"/>
                </a:lnTo>
                <a:lnTo>
                  <a:pt x="11729151" y="3654426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11624"/>
            <a:ext cx="3219343" cy="22891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5CF00-6C05-B849-B141-54CC9A394B3C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5CCD5774-AB2C-F489-2BCD-75A5731FA8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32004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8092" y="4111624"/>
            <a:ext cx="7606708" cy="22891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326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4D3EA0-3FE9-3CAB-830E-268B27509F7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3638875 h 6854823"/>
              <a:gd name="csX1" fmla="*/ 451551 w 12186352"/>
              <a:gd name="csY1" fmla="*/ 438477 h 6854823"/>
              <a:gd name="csX2" fmla="*/ 11729151 w 12186352"/>
              <a:gd name="csY2" fmla="*/ 438477 h 6854823"/>
              <a:gd name="csX3" fmla="*/ 11729151 w 12186352"/>
              <a:gd name="csY3" fmla="*/ 3638875 h 6854823"/>
              <a:gd name="csX4" fmla="*/ 0 w 12186352"/>
              <a:gd name="csY4" fmla="*/ 6854823 h 6854823"/>
              <a:gd name="csX5" fmla="*/ 12186352 w 12186352"/>
              <a:gd name="csY5" fmla="*/ 6854823 h 6854823"/>
              <a:gd name="csX6" fmla="*/ 12186352 w 12186352"/>
              <a:gd name="csY6" fmla="*/ 0 h 6854823"/>
              <a:gd name="csX7" fmla="*/ 0 w 12186352"/>
              <a:gd name="csY7" fmla="*/ 0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3638875"/>
                </a:moveTo>
                <a:lnTo>
                  <a:pt x="451551" y="438477"/>
                </a:lnTo>
                <a:lnTo>
                  <a:pt x="11729151" y="438477"/>
                </a:lnTo>
                <a:lnTo>
                  <a:pt x="11729151" y="3638875"/>
                </a:lnTo>
                <a:close/>
                <a:moveTo>
                  <a:pt x="0" y="6854823"/>
                </a:moveTo>
                <a:lnTo>
                  <a:pt x="12186352" y="6854823"/>
                </a:lnTo>
                <a:lnTo>
                  <a:pt x="1218635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200400" cy="230789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1000"/>
          </a:xfrm>
        </p:spPr>
        <p:txBody>
          <a:bodyPr/>
          <a:lstStyle/>
          <a:p>
            <a:fld id="{66499679-3EA0-9342-AF62-C5FAA18B6EFA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AF7E276-884D-AF00-1E18-715F56A8A9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22370" y="457200"/>
            <a:ext cx="7612430" cy="23078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B1DE11C5-B5A8-F8F8-2A43-C0C9580263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3219122"/>
            <a:ext cx="11277600" cy="3200398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626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68A4B-F698-5EDC-1790-BA10F89CD8F3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6 h 6854823"/>
              <a:gd name="csX5" fmla="*/ 7467253 w 12186352"/>
              <a:gd name="csY5" fmla="*/ 6397626 h 6854823"/>
              <a:gd name="csX6" fmla="*/ 7467253 w 12186352"/>
              <a:gd name="csY6" fmla="*/ 454025 h 6854823"/>
              <a:gd name="csX7" fmla="*/ 12186352 w 12186352"/>
              <a:gd name="csY7" fmla="*/ 454025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6"/>
                </a:lnTo>
                <a:lnTo>
                  <a:pt x="7467253" y="6397626"/>
                </a:lnTo>
                <a:lnTo>
                  <a:pt x="7467253" y="454025"/>
                </a:lnTo>
                <a:lnTo>
                  <a:pt x="12186352" y="454025"/>
                </a:ln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949" y="457199"/>
            <a:ext cx="6552851" cy="155584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8">
            <a:extLst>
              <a:ext uri="{FF2B5EF4-FFF2-40B4-BE49-F238E27FC236}">
                <a16:creationId xmlns:a16="http://schemas.microsoft.com/office/drawing/2014/main" id="{1E168D7B-B77A-72AC-AA72-64FBAA8D378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8"/>
          </a:xfrm>
        </p:spPr>
        <p:txBody>
          <a:bodyPr/>
          <a:lstStyle/>
          <a:p>
            <a:fld id="{3C97155C-DE68-4440-8202-CC9478E27F07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4014B883-B832-AE53-6858-8E25B13C5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CC1B439C-57E0-A299-9A98-A81BFA738C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949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7CA11211-0281-DD36-148E-3ABC637497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797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4C1286-F0A1-DDC1-4A24-85A9D3462CB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5 h 6854823"/>
              <a:gd name="csX3" fmla="*/ 7461604 w 12186352"/>
              <a:gd name="csY3" fmla="*/ 454025 h 6854823"/>
              <a:gd name="csX4" fmla="*/ 7461604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5"/>
                </a:lnTo>
                <a:lnTo>
                  <a:pt x="7461604" y="454025"/>
                </a:lnTo>
                <a:lnTo>
                  <a:pt x="7461604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F3BC77-0C60-6C24-E5FE-6B80D481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9553" cy="1549495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2B9DA8F7-1BE7-954A-B654-92996DBA4E86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0A2831D-F063-09A6-A707-24AC43E312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3902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EC7CBEB-1BF7-2607-DBAA-531A9067F8B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467253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6884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A7354-C3D2-8AD8-40DE-4E850BDFCC68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6533074 w 12186352"/>
              <a:gd name="csY0" fmla="*/ 1858587 h 6854823"/>
              <a:gd name="csX1" fmla="*/ 6533074 w 12186352"/>
              <a:gd name="csY1" fmla="*/ 6397626 h 6854823"/>
              <a:gd name="csX2" fmla="*/ 3 w 12186352"/>
              <a:gd name="csY2" fmla="*/ 6397626 h 6854823"/>
              <a:gd name="csX3" fmla="*/ 3 w 12186352"/>
              <a:gd name="csY3" fmla="*/ 1858587 h 6854823"/>
              <a:gd name="csX4" fmla="*/ 12186352 w 12186352"/>
              <a:gd name="csY4" fmla="*/ 0 h 6854823"/>
              <a:gd name="csX5" fmla="*/ 0 w 12186352"/>
              <a:gd name="csY5" fmla="*/ 0 h 6854823"/>
              <a:gd name="csX6" fmla="*/ 0 w 12186352"/>
              <a:gd name="csY6" fmla="*/ 6854823 h 6854823"/>
              <a:gd name="csX7" fmla="*/ 12186352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6533074" y="1858587"/>
                </a:moveTo>
                <a:lnTo>
                  <a:pt x="6533074" y="6397626"/>
                </a:lnTo>
                <a:lnTo>
                  <a:pt x="3" y="6397626"/>
                </a:lnTo>
                <a:lnTo>
                  <a:pt x="3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1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1FAF02C-8E8E-0257-0307-15E6853700F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5447FF96-6068-D045-B983-6A2E1F44124F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12F6119E-6325-71C5-AFDB-160A100A21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E3FB443-D4CA-E6C5-2187-4A649A47F2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861761"/>
            <a:ext cx="6533071" cy="4539039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39D0113-D166-6E44-FF30-39C61CD137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42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ABB22AD-DA7B-73AE-1F66-31345119900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315201 w 12186352"/>
              <a:gd name="csY0" fmla="*/ 1858587 h 6854823"/>
              <a:gd name="csX1" fmla="*/ 7315201 w 12186352"/>
              <a:gd name="csY1" fmla="*/ 6397626 h 6854823"/>
              <a:gd name="csX2" fmla="*/ 2 w 12186352"/>
              <a:gd name="csY2" fmla="*/ 6397626 h 6854823"/>
              <a:gd name="csX3" fmla="*/ 2 w 12186352"/>
              <a:gd name="csY3" fmla="*/ 1858587 h 6854823"/>
              <a:gd name="csX4" fmla="*/ 457201 w 12186352"/>
              <a:gd name="csY4" fmla="*/ 1858587 h 6854823"/>
              <a:gd name="csX5" fmla="*/ 6533074 w 12186352"/>
              <a:gd name="csY5" fmla="*/ 1858587 h 6854823"/>
              <a:gd name="csX6" fmla="*/ 12186352 w 12186352"/>
              <a:gd name="csY6" fmla="*/ 0 h 6854823"/>
              <a:gd name="csX7" fmla="*/ 0 w 12186352"/>
              <a:gd name="csY7" fmla="*/ 0 h 6854823"/>
              <a:gd name="csX8" fmla="*/ 0 w 12186352"/>
              <a:gd name="csY8" fmla="*/ 6854823 h 6854823"/>
              <a:gd name="csX9" fmla="*/ 12186352 w 12186352"/>
              <a:gd name="csY9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86352" h="6854823">
                <a:moveTo>
                  <a:pt x="7315201" y="1858587"/>
                </a:moveTo>
                <a:lnTo>
                  <a:pt x="7315201" y="6397626"/>
                </a:lnTo>
                <a:lnTo>
                  <a:pt x="2" y="6397626"/>
                </a:lnTo>
                <a:lnTo>
                  <a:pt x="2" y="1858587"/>
                </a:lnTo>
                <a:lnTo>
                  <a:pt x="457201" y="1858587"/>
                </a:lnTo>
                <a:lnTo>
                  <a:pt x="6533074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7349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C195F3F8-9E31-7F42-8188-F6043F071A39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5999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861761"/>
            <a:ext cx="3886199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BB8F855-8399-5C2F-8FFE-3445E6ACC1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76800" y="1861761"/>
            <a:ext cx="7315199" cy="4539039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8864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70277-9BEA-773F-5ABC-0478C95CF73B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6854823 h 6854823"/>
              <a:gd name="csX3" fmla="*/ 0 w 12186352"/>
              <a:gd name="csY3" fmla="*/ 6854823 h 6854823"/>
              <a:gd name="csX4" fmla="*/ 0 w 12186352"/>
              <a:gd name="csY4" fmla="*/ 6377154 h 6854823"/>
              <a:gd name="csX5" fmla="*/ 6527422 w 12186352"/>
              <a:gd name="csY5" fmla="*/ 6377154 h 6854823"/>
              <a:gd name="csX6" fmla="*/ 6527422 w 12186352"/>
              <a:gd name="csY6" fmla="*/ 1858587 h 6854823"/>
              <a:gd name="csX7" fmla="*/ 0 w 12186352"/>
              <a:gd name="csY7" fmla="*/ 1858587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lnTo>
                  <a:pt x="0" y="6377154"/>
                </a:lnTo>
                <a:lnTo>
                  <a:pt x="6527422" y="6377154"/>
                </a:lnTo>
                <a:lnTo>
                  <a:pt x="6527422" y="1858587"/>
                </a:lnTo>
                <a:lnTo>
                  <a:pt x="0" y="1858587"/>
                </a:ln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5CBF9ED-624B-FB83-6E83-BB42410F2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2"/>
            <a:ext cx="1127759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AE8BA31F-10E3-B74C-A113-9DB8A6700F67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1" y="76201"/>
            <a:ext cx="6019798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9BCDC3DB-8BBB-CC92-23DB-44BEC6BD61F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1861761"/>
            <a:ext cx="6533071" cy="451856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C7B1CAB-4A9F-B8E9-3C1E-15C58564C1F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9027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744199" y="6400800"/>
            <a:ext cx="13715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1393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1" y="457200"/>
            <a:ext cx="7254240" cy="1173708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ACEC350-F243-8E48-2F30-905D6999D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0999"/>
          </a:xfrm>
        </p:spPr>
        <p:txBody>
          <a:bodyPr/>
          <a:lstStyle/>
          <a:p>
            <a:fld id="{3596BBB1-49AB-C544-9861-84EE6CF53403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693FD3A5-45B7-3678-FCC8-1AA49237E7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0E31D68-951A-2336-5424-6671B2E929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05F3D1FB-5F83-6976-2FDE-42146116FF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9621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E5C046-40A5-D694-E725-EA0ABE0B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199"/>
            <a:ext cx="7254239" cy="1173712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0"/>
            <a:ext cx="1295400" cy="380999"/>
          </a:xfrm>
        </p:spPr>
        <p:txBody>
          <a:bodyPr/>
          <a:lstStyle/>
          <a:p>
            <a:fld id="{9D50FFC8-0737-944F-9B20-403A2248B3E7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4E5FB0DF-C175-C1BD-BDD9-3536A2F7E4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7C20B94A-DE1D-8112-79D8-ADD778F243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310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60961-81A4-744C-57F0-3A91AB73281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5029200" cy="151908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DA7B-3D23-9747-B64E-78D5DD68C6C7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02CE9A6-F23E-1299-6CEA-8B0DBFBE20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357283"/>
            <a:ext cx="5029199" cy="4043516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57200"/>
            <a:ext cx="5638799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057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92B07A-D9A0-38E9-B941-74C38124D59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716844" cy="191994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040DD-291F-D14A-B0CD-056B01183946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15A2C62-B33D-41E9-D363-2E5B5EC4C6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743200"/>
            <a:ext cx="3716845" cy="3657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9" y="457201"/>
            <a:ext cx="7010401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491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D16EBF9-B68A-0B06-1D11-8A73C8F9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49242"/>
            <a:ext cx="5638800" cy="105155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0AA6F4-6FEB-A645-BC84-8FD86BB56A56}" type="datetime1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C49D795-05CD-88A6-65D2-CE59AB098CD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19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62229AA-0D53-41CE-F2F6-A43A58F4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2"/>
            <a:ext cx="5638800" cy="106679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9C1F0A-369C-694C-9034-23649A99EDDB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2685CAE8-3040-D343-9736-69ED07ADEE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812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AC97C7-C18C-1AFB-595D-1164216C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457200"/>
            <a:ext cx="2743200" cy="5943600"/>
          </a:xfrm>
        </p:spPr>
        <p:txBody>
          <a:bodyPr anchor="ctr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5CB68B-3B3F-204E-812A-7CA74DAAFECC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794CDEE-6628-D8C2-4DD7-A2AF2B148E2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762000"/>
            <a:ext cx="8077200" cy="5943600"/>
          </a:xfrm>
        </p:spPr>
        <p:txBody>
          <a:bodyPr anchor="ctr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54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A025-A5F8-BC41-857C-074A129970DD}" type="datetime1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7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A02B-DBB0-A046-81B0-FEDCAC57CE71}" type="datetime1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82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2E1041-C021-CE4A-9D2F-9EE16EB193AE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598" y="457200"/>
            <a:ext cx="2743200" cy="59436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9110DB-B309-8C4D-B2B7-2B6318BF3864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2B13095-060E-7C64-69EA-E7821D5019E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t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5355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937084"/>
            <a:ext cx="9144000" cy="4663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CD263F-17D1-DD49-AE75-3B385E0CFFA9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8A7DA2E-06EC-D8CE-ACE3-28D98B5AC2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4572"/>
            <a:ext cx="11277600" cy="5417308"/>
          </a:xfrm>
        </p:spPr>
        <p:txBody>
          <a:bodyPr anchor="b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227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0" y="457200"/>
            <a:ext cx="2971800" cy="594622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64374B-BFF6-3C4D-A435-E85D19EC7285}" type="datetime1">
              <a:rPr lang="en-US" smtClean="0"/>
              <a:t>10/21/2026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D97FB3-18C6-51BD-4179-B642A2A709C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ctr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373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1"/>
            <a:ext cx="11277598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FF47-482A-5A42-BC2B-D17760A60D7C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4"/>
            <a:ext cx="5230495" cy="4575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230493" cy="45751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8708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0A138-5AFC-9A4D-A014-96125C4D80CC}" type="datetime1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3847"/>
            <a:ext cx="5227320" cy="354857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286000"/>
            <a:ext cx="522763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1" y="1823847"/>
            <a:ext cx="5233417" cy="3548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286000"/>
            <a:ext cx="523370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9061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221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506F-D76B-DF43-A96B-B8A73BD734D5}" type="datetime1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7993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B8EF09-85B4-2CB8-82A3-EECAE01D45AD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3810000" cy="16764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458616"/>
            <a:ext cx="3810000" cy="394218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457200"/>
            <a:ext cx="6934200" cy="5943600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defRPr lang="en-US" b="0" dirty="0"/>
            </a:lvl1pPr>
            <a:lvl2pPr>
              <a:spcBef>
                <a:spcPts val="0"/>
              </a:spcBef>
              <a:defRPr lang="en-US" dirty="0"/>
            </a:lvl2pPr>
            <a:lvl3pPr>
              <a:spcBef>
                <a:spcPts val="0"/>
              </a:spcBef>
              <a:defRPr lang="en-US" dirty="0"/>
            </a:lvl3pPr>
            <a:lvl4pPr>
              <a:spcBef>
                <a:spcPts val="0"/>
              </a:spcBef>
              <a:defRPr lang="en-US" dirty="0"/>
            </a:lvl4pPr>
            <a:lvl5pPr>
              <a:spcBef>
                <a:spcPts val="0"/>
              </a:spcBef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956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935E8B-BB8A-9B48-4EC5-768D5E3A1DD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0000" cy="2971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810000"/>
            <a:ext cx="3810000" cy="25908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D567F4A-97DA-0A34-ED21-0C003CA8AF5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24400" y="457200"/>
            <a:ext cx="7010399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6092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87CE1-ACE0-D6A3-D3B7-DF95BF559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8305801" cy="2971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D72C-8184-5840-B481-389540A01A17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8" y="3733800"/>
            <a:ext cx="11277599" cy="266699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61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F1DC1-62BC-8F1C-64E5-A5FBEAB8F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5638799" cy="29718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2C1FE-0BA1-514C-8495-D43A7528783D}" type="datetime1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3810000"/>
            <a:ext cx="8382000" cy="25908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sz="200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sz="200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sz="200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55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52601"/>
            <a:ext cx="11277599" cy="4648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" y="76201"/>
            <a:ext cx="1447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10/21/2026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76201"/>
            <a:ext cx="6019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400800"/>
            <a:ext cx="1295400" cy="381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  <p:sldLayoutId id="2147483996" r:id="rId17"/>
    <p:sldLayoutId id="2147483997" r:id="rId18"/>
    <p:sldLayoutId id="2147483998" r:id="rId19"/>
    <p:sldLayoutId id="2147483999" r:id="rId20"/>
    <p:sldLayoutId id="2147484000" r:id="rId21"/>
    <p:sldLayoutId id="2147484001" r:id="rId22"/>
    <p:sldLayoutId id="2147484002" r:id="rId23"/>
    <p:sldLayoutId id="2147484003" r:id="rId24"/>
    <p:sldLayoutId id="2147484004" r:id="rId25"/>
    <p:sldLayoutId id="2147484005" r:id="rId26"/>
    <p:sldLayoutId id="2147484006" r:id="rId27"/>
    <p:sldLayoutId id="2147484007" r:id="rId28"/>
    <p:sldLayoutId id="2147484008" r:id="rId29"/>
    <p:sldLayoutId id="2147484009" r:id="rId30"/>
    <p:sldLayoutId id="2147484010" r:id="rId31"/>
    <p:sldLayoutId id="2147484011" r:id="rId32"/>
    <p:sldLayoutId id="2147484012" r:id="rId33"/>
    <p:sldLayoutId id="2147484013" r:id="rId34"/>
    <p:sldLayoutId id="2147484014" r:id="rId35"/>
    <p:sldLayoutId id="2147484015" r:id="rId36"/>
    <p:sldLayoutId id="2147484016" r:id="rId37"/>
    <p:sldLayoutId id="2147484017" r:id="rId38"/>
    <p:sldLayoutId id="2147484018" r:id="rId39"/>
    <p:sldLayoutId id="2147484019" r:id="rId40"/>
    <p:sldLayoutId id="2147484020" r:id="rId41"/>
    <p:sldLayoutId id="2147484021" r:id="rId42"/>
    <p:sldLayoutId id="2147484022" r:id="rId43"/>
    <p:sldLayoutId id="2147484023" r:id="rId44"/>
    <p:sldLayoutId id="2147484024" r:id="rId45"/>
    <p:sldLayoutId id="2147484025" r:id="rId46"/>
    <p:sldLayoutId id="2147484026" r:id="rId47"/>
    <p:sldLayoutId id="2147484027" r:id="rId48"/>
    <p:sldLayoutId id="2147484028" r:id="rId49"/>
    <p:sldLayoutId id="2147484029" r:id="rId50"/>
    <p:sldLayoutId id="2147484030" r:id="rId51"/>
    <p:sldLayoutId id="2147484031" r:id="rId52"/>
    <p:sldLayoutId id="2147484032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31" orient="horz" pos="48" userDrawn="1">
          <p15:clr>
            <a:srgbClr val="F26B43"/>
          </p15:clr>
        </p15:guide>
        <p15:guide id="32" orient="horz" pos="4272" userDrawn="1">
          <p15:clr>
            <a:srgbClr val="F26B43"/>
          </p15:clr>
        </p15:guide>
        <p15:guide id="33" pos="48" userDrawn="1">
          <p15:clr>
            <a:srgbClr val="F26B43"/>
          </p15:clr>
        </p15:guide>
        <p15:guide id="34" pos="7632" userDrawn="1">
          <p15:clr>
            <a:srgbClr val="F26B43"/>
          </p15:clr>
        </p15:guide>
        <p15:guide id="35" orient="horz" pos="288" userDrawn="1">
          <p15:clr>
            <a:srgbClr val="F26B43"/>
          </p15:clr>
        </p15:guide>
        <p15:guide id="36" orient="horz" pos="4032" userDrawn="1">
          <p15:clr>
            <a:srgbClr val="F26B43"/>
          </p15:clr>
        </p15:guide>
        <p15:guide id="37" pos="7392" userDrawn="1">
          <p15:clr>
            <a:srgbClr val="F26B43"/>
          </p15:clr>
        </p15:guide>
        <p15:guide id="38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872FD-7E92-C3C8-5956-A6C41548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1FB9CD-CBF7-C634-8B2F-5E2490FDF9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4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8319D33-1EDC-2FD6-1393-613ECEB012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r>
              <a:rPr lang="en-US"/>
              <a:t>Presentation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614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38EC3-1E6C-B8B7-F675-F84F42244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0AC78-6B0A-CBF7-CBE0-CBD57C6CC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39529-92D9-5810-A8F2-8DA3BFF5EEE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3800" y="1386992"/>
            <a:ext cx="6629400" cy="4083579"/>
          </a:xfrm>
        </p:spPr>
        <p:txBody>
          <a:bodyPr/>
          <a:lstStyle/>
          <a:p>
            <a:pPr lvl="0"/>
            <a:endParaRPr lang="en-US" b="1" dirty="0"/>
          </a:p>
          <a:p>
            <a:endParaRPr lang="en-US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753B80DD-8B44-23E1-56F5-43E3B59EE6F5}"/>
              </a:ext>
            </a:extLst>
          </p:cNvPr>
          <p:cNvSpPr/>
          <p:nvPr/>
        </p:nvSpPr>
        <p:spPr>
          <a:xfrm>
            <a:off x="0" y="45501"/>
            <a:ext cx="3886200" cy="6766560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2024</a:t>
            </a:r>
          </a:p>
          <a:p>
            <a:pPr algn="ctr"/>
            <a:endParaRPr lang="en-US" sz="2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endParaRPr lang="en-US" sz="2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Insight and Recommendations</a:t>
            </a:r>
          </a:p>
          <a:p>
            <a:pPr algn="ctr"/>
            <a:endParaRPr lang="en-US" sz="2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endParaRPr lang="en-US" sz="2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endParaRPr lang="en-US" sz="2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en-US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en-US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en-US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en-US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en-US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r>
              <a:rPr lang="en-US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Sahar Shariatpanahi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F0964D-96E3-C5EF-9F77-42E475614D64}"/>
              </a:ext>
            </a:extLst>
          </p:cNvPr>
          <p:cNvSpPr/>
          <p:nvPr/>
        </p:nvSpPr>
        <p:spPr>
          <a:xfrm>
            <a:off x="3886200" y="45501"/>
            <a:ext cx="8246533" cy="67665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9B91CB3-5489-E93D-83FC-E460DE4C0DA4}"/>
              </a:ext>
            </a:extLst>
          </p:cNvPr>
          <p:cNvSpPr/>
          <p:nvPr/>
        </p:nvSpPr>
        <p:spPr>
          <a:xfrm>
            <a:off x="4526280" y="753533"/>
            <a:ext cx="3657600" cy="563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b="1" dirty="0">
              <a:solidFill>
                <a:srgbClr val="173A5E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173A5E"/>
              </a:solidFill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2F3F61C-63BA-077D-A7A3-5F6BDA6B45D7}"/>
              </a:ext>
            </a:extLst>
          </p:cNvPr>
          <p:cNvSpPr/>
          <p:nvPr/>
        </p:nvSpPr>
        <p:spPr>
          <a:xfrm>
            <a:off x="3987801" y="1432965"/>
            <a:ext cx="4741332" cy="569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/>
              <a:t>Identifies patterns, trends, or anomalies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2D0CDC-406F-7312-2294-6E60B50859D5}"/>
              </a:ext>
            </a:extLst>
          </p:cNvPr>
          <p:cNvSpPr txBox="1"/>
          <p:nvPr/>
        </p:nvSpPr>
        <p:spPr>
          <a:xfrm>
            <a:off x="4114800" y="355600"/>
            <a:ext cx="3141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173A5E"/>
                </a:solidFill>
              </a:rPr>
              <a:t>What the analysis answers:</a:t>
            </a:r>
            <a:endParaRPr lang="en-US" b="1" dirty="0">
              <a:solidFill>
                <a:srgbClr val="173A5E"/>
              </a:solidFill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9BE70ECB-AE59-8CEA-C5D9-AC8BF33E4459}"/>
              </a:ext>
            </a:extLst>
          </p:cNvPr>
          <p:cNvSpPr/>
          <p:nvPr/>
        </p:nvSpPr>
        <p:spPr>
          <a:xfrm>
            <a:off x="3886200" y="2111924"/>
            <a:ext cx="4453467" cy="5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0384F"/>
                </a:solidFill>
              </a:rPr>
              <a:t> How do sales change by month and quarter?</a:t>
            </a:r>
            <a:endParaRPr lang="en-US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E287F511-1A4F-18D8-08D5-A8560F91C686}"/>
              </a:ext>
            </a:extLst>
          </p:cNvPr>
          <p:cNvSpPr/>
          <p:nvPr/>
        </p:nvSpPr>
        <p:spPr>
          <a:xfrm>
            <a:off x="3886200" y="2727467"/>
            <a:ext cx="7086600" cy="61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b="1" dirty="0"/>
              <a:t> Suggests a cause or explanation</a:t>
            </a: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71839027-6EEA-F718-B27E-8FDF4D5D4D3B}"/>
              </a:ext>
            </a:extLst>
          </p:cNvPr>
          <p:cNvSpPr/>
          <p:nvPr/>
        </p:nvSpPr>
        <p:spPr>
          <a:xfrm>
            <a:off x="3886200" y="3413267"/>
            <a:ext cx="708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/>
              <a:t> Points toward a potential action</a:t>
            </a:r>
          </a:p>
          <a:p>
            <a:pPr marL="0" indent="0">
              <a:buNone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011493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666FC-4D93-F9F4-8063-17A3E5428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patterns, trends, and anomalies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FDA4E-4E31-9BD4-D16B-8E851B13E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Trend:</a:t>
            </a:r>
          </a:p>
          <a:p>
            <a:r>
              <a:rPr lang="en-US" dirty="0"/>
              <a:t> By looking at the Quarterly char, the conclusion is as follows: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Insight</a:t>
            </a:r>
          </a:p>
          <a:p>
            <a:r>
              <a:rPr lang="en-US" dirty="0"/>
              <a:t>Sales strengthens substantially later in the year.  Sales increases from Q1 through Q4 with Q4 producing the highest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Implication:</a:t>
            </a:r>
          </a:p>
          <a:p>
            <a:r>
              <a:rPr lang="en-US" dirty="0"/>
              <a:t>Inventory may need to be increased before Q3 –Q4 period to meet the demand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B72566-A4E0-6642-B8E1-69880F667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351" y="3619259"/>
            <a:ext cx="4580017" cy="27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610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9CC09-DAAA-5215-6B80-C9D0DA095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patterns, trends, and anomalies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B4C01-281D-1A16-824A-2D83783DA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11277599" cy="4539072"/>
          </a:xfrm>
        </p:spPr>
        <p:txBody>
          <a:bodyPr/>
          <a:lstStyle/>
          <a:p>
            <a:r>
              <a:rPr lang="en-US" b="1" dirty="0"/>
              <a:t>Patterns:</a:t>
            </a:r>
          </a:p>
          <a:p>
            <a:r>
              <a:rPr lang="en-US" b="1" dirty="0"/>
              <a:t>Insight:</a:t>
            </a:r>
          </a:p>
          <a:p>
            <a:r>
              <a:rPr lang="en-US" b="1" dirty="0"/>
              <a:t>SUVs are the strongest over all category based on the sales volume</a:t>
            </a:r>
          </a:p>
          <a:p>
            <a:r>
              <a:rPr lang="en-US" b="1" dirty="0"/>
              <a:t>Sedans are the second strongest </a:t>
            </a:r>
          </a:p>
          <a:p>
            <a:r>
              <a:rPr lang="en-US" b="1" dirty="0"/>
              <a:t>Van occupies the lowest volume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54B74F-D790-392D-03B7-46CCAE294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067" y="3200238"/>
            <a:ext cx="3564466" cy="26748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6E772C-8B74-7498-DB4B-6AB06A25B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333" y="1715452"/>
            <a:ext cx="3386667" cy="127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962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C5474-C002-CC14-3119-B69E47AE0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patterns, trends, and anomalies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A6DFBFF-0086-B618-3161-9E87B10AA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4" y="1861728"/>
            <a:ext cx="11336866" cy="4539072"/>
          </a:xfrm>
        </p:spPr>
        <p:txBody>
          <a:bodyPr/>
          <a:lstStyle/>
          <a:p>
            <a:r>
              <a:rPr lang="en-US" sz="2400" b="1" dirty="0"/>
              <a:t>The make analysis shows : 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440D05-6689-609D-7115-0176CF8E8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410" y="1353302"/>
            <a:ext cx="2880557" cy="2720576"/>
          </a:xfrm>
          <a:prstGeom prst="rect">
            <a:avLst/>
          </a:prstGeom>
        </p:spPr>
      </p:pic>
      <p:sp>
        <p:nvSpPr>
          <p:cNvPr id="15" name="Shape 2">
            <a:extLst>
              <a:ext uri="{FF2B5EF4-FFF2-40B4-BE49-F238E27FC236}">
                <a16:creationId xmlns:a16="http://schemas.microsoft.com/office/drawing/2014/main" id="{5FEF2D60-1032-0186-26C8-98484E593E13}"/>
              </a:ext>
            </a:extLst>
          </p:cNvPr>
          <p:cNvSpPr/>
          <p:nvPr/>
        </p:nvSpPr>
        <p:spPr>
          <a:xfrm>
            <a:off x="397933" y="2391005"/>
            <a:ext cx="4196676" cy="1216152"/>
          </a:xfrm>
          <a:prstGeom prst="roundRect">
            <a:avLst>
              <a:gd name="adj" fmla="val 3759"/>
            </a:avLst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Volume leaders: 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Honda, Toyota, Nissan, and Hyundai are tied at 17 units each. Ford and Chevrolet follow closely at 16.</a:t>
            </a:r>
          </a:p>
          <a:p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0D62A817-775C-832B-7F96-6EFDB3B2521E}"/>
              </a:ext>
            </a:extLst>
          </p:cNvPr>
          <p:cNvSpPr/>
          <p:nvPr/>
        </p:nvSpPr>
        <p:spPr>
          <a:xfrm>
            <a:off x="397933" y="3953933"/>
            <a:ext cx="4315968" cy="1522984"/>
          </a:xfrm>
          <a:prstGeom prst="roundRect">
            <a:avLst>
              <a:gd name="adj" fmla="val 3759"/>
            </a:avLst>
          </a:prstGeom>
          <a:solidFill>
            <a:srgbClr val="92D050"/>
          </a:solidFill>
          <a:ln w="10160">
            <a:solidFill>
              <a:srgbClr val="D7E0E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r>
              <a:rPr lang="en-US" sz="1400" b="1" dirty="0"/>
              <a:t>Make-level volume is useful for inventory planning. Model-level rankings should be treated cautiously because the sample is highly dispersed across many models</a:t>
            </a:r>
          </a:p>
        </p:txBody>
      </p:sp>
    </p:spTree>
    <p:extLst>
      <p:ext uri="{BB962C8B-B14F-4D97-AF65-F5344CB8AC3E}">
        <p14:creationId xmlns:p14="http://schemas.microsoft.com/office/powerpoint/2010/main" val="3844948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7BD7899-85FF-6303-B7C9-629B1D1C6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Volume and price do not move together. SUVs lead unit's demand </a:t>
            </a:r>
          </a:p>
          <a:p>
            <a:r>
              <a:rPr lang="en-US" b="1" dirty="0"/>
              <a:t>while Coupe has the highest average price.</a:t>
            </a: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ED53239E-8101-6FA6-8C7C-68FCEC9CE58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A5E"/>
                </a:solidFill>
              </a:rPr>
              <a:t>Price vs. Sales Volume by Vehicle Type</a:t>
            </a:r>
            <a:endParaRPr lang="en-US" sz="23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23FCF8-6962-C61B-4460-CA8EEC2AA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882" y="1995357"/>
            <a:ext cx="2644369" cy="13107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86FCD4-FA55-346D-3230-A426A3521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940" y="3763311"/>
            <a:ext cx="4618120" cy="281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007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69E3F-CD0D-5576-AA0D-A4C25F6E6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544" y="1828800"/>
            <a:ext cx="11277599" cy="453907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8BB8BFA8-BB8D-00F7-AF26-2D3D1A63C21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/>
              <a:t>Business Recommendation</a:t>
            </a: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5208E0AC-1087-42E6-8AD0-CC341C962D8A}"/>
              </a:ext>
            </a:extLst>
          </p:cNvPr>
          <p:cNvSpPr/>
          <p:nvPr/>
        </p:nvSpPr>
        <p:spPr>
          <a:xfrm>
            <a:off x="457200" y="1861728"/>
            <a:ext cx="1540595" cy="738663"/>
          </a:xfrm>
          <a:prstGeom prst="roundRect">
            <a:avLst>
              <a:gd name="adj" fmla="val 7018"/>
            </a:avLst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Inventory</a:t>
            </a:r>
          </a:p>
          <a:p>
            <a:pPr algn="ctr"/>
            <a:endParaRPr lang="en-US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endParaRPr lang="en-US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endParaRPr lang="en-US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endParaRPr lang="en-US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01F6AB-3FDA-F3B2-E429-BF9FC75B723C}"/>
              </a:ext>
            </a:extLst>
          </p:cNvPr>
          <p:cNvSpPr/>
          <p:nvPr/>
        </p:nvSpPr>
        <p:spPr>
          <a:xfrm>
            <a:off x="1997795" y="1880824"/>
            <a:ext cx="9737004" cy="7004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n w="0"/>
                <a:solidFill>
                  <a:schemeClr val="tx2"/>
                </a:solidFill>
              </a:rPr>
              <a:t>Prioritize SUV availability; keep Van inventory lean and demand-driven.  62 SUV unit's vs 6 van units.</a:t>
            </a:r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94E45F32-034A-9EBE-663D-DC3391A0F0B7}"/>
              </a:ext>
            </a:extLst>
          </p:cNvPr>
          <p:cNvSpPr/>
          <p:nvPr/>
        </p:nvSpPr>
        <p:spPr>
          <a:xfrm>
            <a:off x="438544" y="2664713"/>
            <a:ext cx="1540595" cy="673093"/>
          </a:xfrm>
          <a:prstGeom prst="roundRect">
            <a:avLst>
              <a:gd name="adj" fmla="val 7018"/>
            </a:avLst>
          </a:prstGeom>
          <a:solidFill>
            <a:schemeClr val="accent6"/>
          </a:solidFill>
          <a:ln w="12700">
            <a:solidFill>
              <a:srgbClr val="176B87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Pricing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ECBB87-778A-2B6E-9BC1-503B357C3903}"/>
              </a:ext>
            </a:extLst>
          </p:cNvPr>
          <p:cNvSpPr/>
          <p:nvPr/>
        </p:nvSpPr>
        <p:spPr>
          <a:xfrm>
            <a:off x="1997795" y="2664712"/>
            <a:ext cx="9718348" cy="67309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2"/>
                </a:solidFill>
              </a:rPr>
              <a:t>Protect margins on Coupes and high-value Tesla models Coupe</a:t>
            </a:r>
            <a:r>
              <a:rPr lang="en-US" b="1" dirty="0">
                <a:solidFill>
                  <a:srgbClr val="F28E2B"/>
                </a:solidFill>
              </a:rPr>
              <a:t> </a:t>
            </a:r>
            <a:r>
              <a:rPr lang="en-US" b="1" dirty="0">
                <a:solidFill>
                  <a:schemeClr val="tx2"/>
                </a:solidFill>
              </a:rPr>
              <a:t>avg. $77.3K; Tesla avg. $105.5K</a:t>
            </a:r>
            <a:endParaRPr lang="en-US" dirty="0">
              <a:solidFill>
                <a:schemeClr val="tx2"/>
              </a:solidFill>
            </a:endParaRPr>
          </a:p>
          <a:p>
            <a:r>
              <a:rPr lang="en-US" b="1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A358C726-EF9E-2D39-2C37-D704707D9150}"/>
              </a:ext>
            </a:extLst>
          </p:cNvPr>
          <p:cNvSpPr/>
          <p:nvPr/>
        </p:nvSpPr>
        <p:spPr>
          <a:xfrm>
            <a:off x="438543" y="3426768"/>
            <a:ext cx="1540595" cy="670619"/>
          </a:xfrm>
          <a:prstGeom prst="roundRect">
            <a:avLst>
              <a:gd name="adj" fmla="val 7018"/>
            </a:avLst>
          </a:prstGeom>
          <a:solidFill>
            <a:srgbClr val="FFC000"/>
          </a:solidFill>
          <a:ln w="12700">
            <a:solidFill>
              <a:srgbClr val="176B87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Pricing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9B9397-F61F-C018-8B53-92A74088D4DF}"/>
              </a:ext>
            </a:extLst>
          </p:cNvPr>
          <p:cNvSpPr/>
          <p:nvPr/>
        </p:nvSpPr>
        <p:spPr>
          <a:xfrm>
            <a:off x="2016451" y="3421222"/>
            <a:ext cx="9718348" cy="67061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2"/>
                </a:solidFill>
              </a:rPr>
              <a:t>Build inventory and campaign capacity before Q3; use premium-oriented offers in Q4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86B525B5-733B-3B1C-7E19-BCAED02477AC}"/>
              </a:ext>
            </a:extLst>
          </p:cNvPr>
          <p:cNvSpPr/>
          <p:nvPr/>
        </p:nvSpPr>
        <p:spPr>
          <a:xfrm>
            <a:off x="457200" y="4285750"/>
            <a:ext cx="1540595" cy="650023"/>
          </a:xfrm>
          <a:prstGeom prst="roundRect">
            <a:avLst>
              <a:gd name="adj" fmla="val 7018"/>
            </a:avLst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Pricing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C4FBEF-5C52-6860-B617-5570138B32A0}"/>
              </a:ext>
            </a:extLst>
          </p:cNvPr>
          <p:cNvSpPr/>
          <p:nvPr/>
        </p:nvSpPr>
        <p:spPr>
          <a:xfrm>
            <a:off x="2016452" y="4285750"/>
            <a:ext cx="9737004" cy="646018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2"/>
                </a:solidFill>
              </a:rPr>
              <a:t>Use Make and category trends for decisions until more model-level history is collected</a:t>
            </a:r>
            <a:r>
              <a:rPr lang="en-US" b="1" dirty="0">
                <a:solidFill>
                  <a:srgbClr val="173A5E"/>
                </a:solidFill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96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1892-1E4C-C6B4-0C84-0A018B3EF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67235-1235-D4DC-F349-3502306313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3800" y="1386992"/>
            <a:ext cx="6629400" cy="4083579"/>
          </a:xfrm>
        </p:spPr>
        <p:txBody>
          <a:bodyPr/>
          <a:lstStyle/>
          <a:p>
            <a:pPr lvl="0"/>
            <a:endParaRPr lang="en-US" b="1" dirty="0"/>
          </a:p>
          <a:p>
            <a:endParaRPr lang="en-US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779F49DC-6B58-6D4B-C803-057EDA941CD5}"/>
              </a:ext>
            </a:extLst>
          </p:cNvPr>
          <p:cNvSpPr/>
          <p:nvPr/>
        </p:nvSpPr>
        <p:spPr>
          <a:xfrm>
            <a:off x="0" y="45501"/>
            <a:ext cx="3886200" cy="6766560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2024</a:t>
            </a:r>
          </a:p>
          <a:p>
            <a:pPr algn="ctr"/>
            <a:endParaRPr lang="en-US" sz="2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endParaRPr lang="en-US" sz="2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Spot patterns across vehicle categories</a:t>
            </a:r>
            <a:endParaRPr lang="en-US" sz="2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endParaRPr lang="en-US" sz="2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endParaRPr lang="en-US" sz="2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en-US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en-US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en-US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en-US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en-US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r>
              <a:rPr lang="en-US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Sahar Shariatpanahi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F19B2D-3111-B1C3-4EDC-C14777BC7E0D}"/>
              </a:ext>
            </a:extLst>
          </p:cNvPr>
          <p:cNvSpPr/>
          <p:nvPr/>
        </p:nvSpPr>
        <p:spPr>
          <a:xfrm>
            <a:off x="3818466" y="45501"/>
            <a:ext cx="8246533" cy="68124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E5F410A-1993-43D7-07B4-23FFEDA1D91C}"/>
              </a:ext>
            </a:extLst>
          </p:cNvPr>
          <p:cNvSpPr/>
          <p:nvPr/>
        </p:nvSpPr>
        <p:spPr>
          <a:xfrm>
            <a:off x="4526280" y="753533"/>
            <a:ext cx="3657600" cy="563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b="1" dirty="0">
              <a:solidFill>
                <a:srgbClr val="173A5E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173A5E"/>
              </a:solidFill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824A96F0-2C83-767A-AAC5-542D00CAE574}"/>
              </a:ext>
            </a:extLst>
          </p:cNvPr>
          <p:cNvSpPr/>
          <p:nvPr/>
        </p:nvSpPr>
        <p:spPr>
          <a:xfrm>
            <a:off x="3987800" y="1636775"/>
            <a:ext cx="6984999" cy="404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b="1" dirty="0"/>
              <a:t>Are certain vehicle types (SUVs, sedans, electric vehicles) growing faster?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C07147-BABC-FDBD-8F64-2EE10B77BCF2}"/>
              </a:ext>
            </a:extLst>
          </p:cNvPr>
          <p:cNvSpPr txBox="1"/>
          <p:nvPr/>
        </p:nvSpPr>
        <p:spPr>
          <a:xfrm>
            <a:off x="4114800" y="355600"/>
            <a:ext cx="3141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173A5E"/>
                </a:solidFill>
              </a:rPr>
              <a:t>What the analysis answers:</a:t>
            </a:r>
            <a:endParaRPr lang="en-US" b="1" dirty="0">
              <a:solidFill>
                <a:srgbClr val="173A5E"/>
              </a:solidFill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55EAC288-8EB3-71C3-9530-B91521772B09}"/>
              </a:ext>
            </a:extLst>
          </p:cNvPr>
          <p:cNvSpPr/>
          <p:nvPr/>
        </p:nvSpPr>
        <p:spPr>
          <a:xfrm>
            <a:off x="3987800" y="2111924"/>
            <a:ext cx="6841067" cy="5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b="1" dirty="0"/>
              <a:t>Is there a shift in consumer preferences for certain fuel types?</a:t>
            </a: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2F0B3D00-C6F6-BBD5-E876-527C01317810}"/>
              </a:ext>
            </a:extLst>
          </p:cNvPr>
          <p:cNvSpPr/>
          <p:nvPr/>
        </p:nvSpPr>
        <p:spPr>
          <a:xfrm>
            <a:off x="3987800" y="2727467"/>
            <a:ext cx="6985000" cy="61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b="1" dirty="0"/>
              <a:t>Do sales of certain vehicle categories correlate with specific seasons or economic indicators?</a:t>
            </a: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85F63BBE-0AD6-AA1E-49C7-A2700EB3C365}"/>
              </a:ext>
            </a:extLst>
          </p:cNvPr>
          <p:cNvSpPr/>
          <p:nvPr/>
        </p:nvSpPr>
        <p:spPr>
          <a:xfrm>
            <a:off x="3886200" y="3413267"/>
            <a:ext cx="708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b="1" dirty="0"/>
              <a:t>Are premium models performing differently than economy models?</a:t>
            </a:r>
          </a:p>
        </p:txBody>
      </p:sp>
    </p:spTree>
    <p:extLst>
      <p:ext uri="{BB962C8B-B14F-4D97-AF65-F5344CB8AC3E}">
        <p14:creationId xmlns:p14="http://schemas.microsoft.com/office/powerpoint/2010/main" val="1095926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1E9E7-3460-3175-B776-EF2A67946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 Sales seasonal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8411A-7FEA-774C-699B-FCF161106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11277599" cy="4539072"/>
          </a:xfrm>
        </p:spPr>
        <p:txBody>
          <a:bodyPr/>
          <a:lstStyle/>
          <a:p>
            <a:r>
              <a:rPr lang="en-US" b="1" dirty="0"/>
              <a:t>After Filtering the pivot chart  in the excel file. (monthly_sale _trend) and quarterly chart . There is strong buying activity between Q2 and Q3. The sales pick is in July. Between Q3 and Q4 between October and November the sales is slower.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E2E307-FDE9-2DF3-E5BB-BE24B391A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82" y="3391899"/>
            <a:ext cx="3640666" cy="27053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00542A7-00C2-2301-0407-63665FBFE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763" y="3391899"/>
            <a:ext cx="4271837" cy="26596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74F3D42-6AF1-A43E-DC86-7151D386B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600" y="3429000"/>
            <a:ext cx="3266218" cy="265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751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39CBC-EDF6-D58E-48B4-2F5ADD0D5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Preference on the fuel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1EFDE-D8BA-EBDC-291D-2C52DE0C7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3" y="1828800"/>
            <a:ext cx="11518896" cy="5029200"/>
          </a:xfrm>
        </p:spPr>
        <p:txBody>
          <a:bodyPr/>
          <a:lstStyle/>
          <a:p>
            <a:r>
              <a:rPr lang="en-US" b="1" dirty="0"/>
              <a:t>The data set in fuel type of the excel file (Assignment 4) shows  a clear shift toward the electric vehicles in Q4 while Gasoline remains the largest fuel type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904BA1-E729-B9D3-2F60-E8E43DAA4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2" y="4098336"/>
            <a:ext cx="2595032" cy="268247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FEC242F-9340-A7A9-0A37-8AE469A8D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502" y="4043220"/>
            <a:ext cx="2595031" cy="267485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8CD569D-9F46-6E87-11FE-77472B5A8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101" y="4043220"/>
            <a:ext cx="2595031" cy="256462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84BD253-5E20-8637-596D-CA0520039E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9429" y="4060232"/>
            <a:ext cx="2595031" cy="275867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0ED480E-FEA1-6154-D8B6-E56277D3B013}"/>
              </a:ext>
            </a:extLst>
          </p:cNvPr>
          <p:cNvSpPr txBox="1"/>
          <p:nvPr/>
        </p:nvSpPr>
        <p:spPr>
          <a:xfrm>
            <a:off x="575733" y="3606800"/>
            <a:ext cx="111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767574-74B8-5F96-5318-C0A775A20769}"/>
              </a:ext>
            </a:extLst>
          </p:cNvPr>
          <p:cNvSpPr txBox="1"/>
          <p:nvPr/>
        </p:nvSpPr>
        <p:spPr>
          <a:xfrm>
            <a:off x="3835400" y="3532201"/>
            <a:ext cx="111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000172-0A5D-D2AB-E603-B2AF0573D836}"/>
              </a:ext>
            </a:extLst>
          </p:cNvPr>
          <p:cNvSpPr txBox="1"/>
          <p:nvPr/>
        </p:nvSpPr>
        <p:spPr>
          <a:xfrm>
            <a:off x="6223000" y="3532201"/>
            <a:ext cx="101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8740FE-C9DE-38D4-07BD-13C65D39769A}"/>
              </a:ext>
            </a:extLst>
          </p:cNvPr>
          <p:cNvSpPr txBox="1"/>
          <p:nvPr/>
        </p:nvSpPr>
        <p:spPr>
          <a:xfrm>
            <a:off x="9160934" y="3478764"/>
            <a:ext cx="1016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Q4</a:t>
            </a:r>
          </a:p>
        </p:txBody>
      </p:sp>
    </p:spTree>
    <p:extLst>
      <p:ext uri="{BB962C8B-B14F-4D97-AF65-F5344CB8AC3E}">
        <p14:creationId xmlns:p14="http://schemas.microsoft.com/office/powerpoint/2010/main" val="1427374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C983D-A894-AB06-B6B7-997752BE1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between sales and season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D63D1-F9E6-3FBC-56FD-64A6E4FA6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look at the </a:t>
            </a:r>
            <a:r>
              <a:rPr lang="en-US" dirty="0" err="1"/>
              <a:t>sale_seasonal</a:t>
            </a:r>
            <a:r>
              <a:rPr lang="en-US" dirty="0"/>
              <a:t> _pattern in the excel file. There is a pivot chart that shows the correlation between  the car type total sale and season</a:t>
            </a:r>
          </a:p>
          <a:p>
            <a:r>
              <a:rPr lang="en-US" b="1" dirty="0"/>
              <a:t>SUV:</a:t>
            </a:r>
          </a:p>
          <a:p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E3D529-A92D-BC73-5683-A40E42AF2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524" y="3005976"/>
            <a:ext cx="4534293" cy="2644369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832A9B4-5EF0-EB43-0890-A63178B90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343372"/>
              </p:ext>
            </p:extLst>
          </p:nvPr>
        </p:nvGraphicFramePr>
        <p:xfrm>
          <a:off x="272383" y="3257005"/>
          <a:ext cx="2540486" cy="2142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194">
                  <a:extLst>
                    <a:ext uri="{9D8B030D-6E8A-4147-A177-3AD203B41FA5}">
                      <a16:colId xmlns:a16="http://schemas.microsoft.com/office/drawing/2014/main" val="1353694686"/>
                    </a:ext>
                  </a:extLst>
                </a:gridCol>
                <a:gridCol w="1515292">
                  <a:extLst>
                    <a:ext uri="{9D8B030D-6E8A-4147-A177-3AD203B41FA5}">
                      <a16:colId xmlns:a16="http://schemas.microsoft.com/office/drawing/2014/main" val="3483971125"/>
                    </a:ext>
                  </a:extLst>
                </a:gridCol>
              </a:tblGrid>
              <a:tr h="428462">
                <a:tc>
                  <a:txBody>
                    <a:bodyPr/>
                    <a:lstStyle/>
                    <a:p>
                      <a:r>
                        <a:rPr lang="en-US" dirty="0"/>
                        <a:t>Season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sale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604143"/>
                  </a:ext>
                </a:extLst>
              </a:tr>
              <a:tr h="428462">
                <a:tc>
                  <a:txBody>
                    <a:bodyPr/>
                    <a:lstStyle/>
                    <a:p>
                      <a:r>
                        <a:rPr lang="en-US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120609"/>
                  </a:ext>
                </a:extLst>
              </a:tr>
              <a:tr h="428462">
                <a:tc>
                  <a:txBody>
                    <a:bodyPr/>
                    <a:lstStyle/>
                    <a:p>
                      <a:r>
                        <a:rPr lang="en-US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151494"/>
                  </a:ext>
                </a:extLst>
              </a:tr>
              <a:tr h="428462">
                <a:tc>
                  <a:txBody>
                    <a:bodyPr/>
                    <a:lstStyle/>
                    <a:p>
                      <a:r>
                        <a:rPr lang="en-US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371815"/>
                  </a:ext>
                </a:extLst>
              </a:tr>
              <a:tr h="428462">
                <a:tc>
                  <a:txBody>
                    <a:bodyPr/>
                    <a:lstStyle/>
                    <a:p>
                      <a:r>
                        <a:rPr lang="en-US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110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6587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19E16-7C7C-A30D-C983-87EF9B560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between sales and season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F5AB4C-4FA7-BE44-E612-2CB0DA056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06" y="1565636"/>
            <a:ext cx="11277599" cy="4539072"/>
          </a:xfrm>
        </p:spPr>
        <p:txBody>
          <a:bodyPr/>
          <a:lstStyle/>
          <a:p>
            <a:r>
              <a:rPr lang="en-US" dirty="0"/>
              <a:t>Please look at the </a:t>
            </a:r>
            <a:r>
              <a:rPr lang="en-US" dirty="0" err="1"/>
              <a:t>sale_seasonal</a:t>
            </a:r>
            <a:r>
              <a:rPr lang="en-US" dirty="0"/>
              <a:t> _pattern in the excel file. There is a pivot chart that shows the correlation between  the car type total sale and season.</a:t>
            </a:r>
          </a:p>
          <a:p>
            <a:r>
              <a:rPr lang="en-US" dirty="0"/>
              <a:t>After filtering the Vehicle category and quarters , the results are as follows: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054B53E-AD56-2331-1387-19E8BA641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836019"/>
              </p:ext>
            </p:extLst>
          </p:nvPr>
        </p:nvGraphicFramePr>
        <p:xfrm>
          <a:off x="1769533" y="2722652"/>
          <a:ext cx="8128002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54654620"/>
                    </a:ext>
                  </a:extLst>
                </a:gridCol>
                <a:gridCol w="592667">
                  <a:extLst>
                    <a:ext uri="{9D8B030D-6E8A-4147-A177-3AD203B41FA5}">
                      <a16:colId xmlns:a16="http://schemas.microsoft.com/office/drawing/2014/main" val="3640041766"/>
                    </a:ext>
                  </a:extLst>
                </a:gridCol>
                <a:gridCol w="592666">
                  <a:extLst>
                    <a:ext uri="{9D8B030D-6E8A-4147-A177-3AD203B41FA5}">
                      <a16:colId xmlns:a16="http://schemas.microsoft.com/office/drawing/2014/main" val="2659073726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197180623"/>
                    </a:ext>
                  </a:extLst>
                </a:gridCol>
                <a:gridCol w="567267">
                  <a:extLst>
                    <a:ext uri="{9D8B030D-6E8A-4147-A177-3AD203B41FA5}">
                      <a16:colId xmlns:a16="http://schemas.microsoft.com/office/drawing/2014/main" val="887391238"/>
                    </a:ext>
                  </a:extLst>
                </a:gridCol>
                <a:gridCol w="4309535">
                  <a:extLst>
                    <a:ext uri="{9D8B030D-6E8A-4147-A177-3AD203B41FA5}">
                      <a16:colId xmlns:a16="http://schemas.microsoft.com/office/drawing/2014/main" val="35181460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/>
                        <a:t>Vehicle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Pattern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114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Sedan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Stable through the year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627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SUV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Strongest from Q3-Q4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983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Coupe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LAST Quarter concentration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062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Truk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Concentrated in Q2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8811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Van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Sales occurred in Q3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211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7039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99ADB-BDB1-F4B1-B3DD-07B8B7A4F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A6400-0B96-96CD-E09F-D980693CC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230D6-B6F6-2622-135B-ECA704FCAA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03800" y="1386992"/>
            <a:ext cx="6629400" cy="4083579"/>
          </a:xfrm>
        </p:spPr>
        <p:txBody>
          <a:bodyPr/>
          <a:lstStyle/>
          <a:p>
            <a:pPr lvl="0"/>
            <a:endParaRPr lang="en-US" b="1" dirty="0"/>
          </a:p>
          <a:p>
            <a:endParaRPr lang="en-US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DDA14066-27B1-EBC1-6978-D36AEAD850C8}"/>
              </a:ext>
            </a:extLst>
          </p:cNvPr>
          <p:cNvSpPr/>
          <p:nvPr/>
        </p:nvSpPr>
        <p:spPr>
          <a:xfrm>
            <a:off x="0" y="45501"/>
            <a:ext cx="3886200" cy="6766560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/>
            </a:solidFill>
            <a:prstDash val="solid"/>
          </a:ln>
        </p:spPr>
        <p:txBody>
          <a:bodyPr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endParaRPr lang="en-US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r>
              <a:rPr lang="en-US" sz="24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2024</a:t>
            </a:r>
          </a:p>
          <a:p>
            <a:pPr algn="ctr"/>
            <a:endParaRPr lang="en-US" sz="2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endParaRPr lang="en-US" sz="2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Actionable business recommendations</a:t>
            </a:r>
            <a:endParaRPr lang="en-US" sz="2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endParaRPr lang="en-US" sz="2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algn="ctr"/>
            <a:endParaRPr lang="en-US" sz="24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en-US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en-US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en-US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en-US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en-US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r>
              <a:rPr lang="en-US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Sahar Shariatpanahi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A13EF6-AE5B-9C57-3EFF-AF9847C44193}"/>
              </a:ext>
            </a:extLst>
          </p:cNvPr>
          <p:cNvSpPr/>
          <p:nvPr/>
        </p:nvSpPr>
        <p:spPr>
          <a:xfrm>
            <a:off x="3886200" y="-62222"/>
            <a:ext cx="8246533" cy="68124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1BE932C-B9DB-60A1-8755-D1182181FD88}"/>
              </a:ext>
            </a:extLst>
          </p:cNvPr>
          <p:cNvSpPr/>
          <p:nvPr/>
        </p:nvSpPr>
        <p:spPr>
          <a:xfrm>
            <a:off x="4526280" y="753533"/>
            <a:ext cx="3657600" cy="563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b="1" dirty="0">
              <a:solidFill>
                <a:srgbClr val="173A5E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173A5E"/>
              </a:solidFill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13D223A1-EF45-7580-6219-59CA5033905B}"/>
              </a:ext>
            </a:extLst>
          </p:cNvPr>
          <p:cNvSpPr/>
          <p:nvPr/>
        </p:nvSpPr>
        <p:spPr>
          <a:xfrm>
            <a:off x="3987800" y="1636775"/>
            <a:ext cx="6984999" cy="404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b="1" dirty="0"/>
              <a:t>Inventory optimization strategies based on sales patterns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B441DC-911F-043C-CB1B-C9491BEA555F}"/>
              </a:ext>
            </a:extLst>
          </p:cNvPr>
          <p:cNvSpPr txBox="1"/>
          <p:nvPr/>
        </p:nvSpPr>
        <p:spPr>
          <a:xfrm>
            <a:off x="4114800" y="355600"/>
            <a:ext cx="3141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173A5E"/>
                </a:solidFill>
              </a:rPr>
              <a:t>What the analysis answers:</a:t>
            </a:r>
            <a:endParaRPr lang="en-US" b="1" dirty="0">
              <a:solidFill>
                <a:srgbClr val="173A5E"/>
              </a:solidFill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017E0A3-29DD-29B5-5FCD-8DBBCC0018A9}"/>
              </a:ext>
            </a:extLst>
          </p:cNvPr>
          <p:cNvSpPr/>
          <p:nvPr/>
        </p:nvSpPr>
        <p:spPr>
          <a:xfrm>
            <a:off x="3987800" y="2111924"/>
            <a:ext cx="6841067" cy="5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b="1" dirty="0"/>
              <a:t>Pricing recommendations for specific vehicle segments</a:t>
            </a: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029B56A6-FDD3-7327-381D-12F5E4D801FF}"/>
              </a:ext>
            </a:extLst>
          </p:cNvPr>
          <p:cNvSpPr/>
          <p:nvPr/>
        </p:nvSpPr>
        <p:spPr>
          <a:xfrm>
            <a:off x="3987800" y="2727467"/>
            <a:ext cx="6985000" cy="61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b="1" dirty="0"/>
              <a:t>Marketing campaign focus areas based on high-potential vehicle categories</a:t>
            </a: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47874543-B1C5-1716-EAE4-02EFBE1B8A3A}"/>
              </a:ext>
            </a:extLst>
          </p:cNvPr>
          <p:cNvSpPr/>
          <p:nvPr/>
        </p:nvSpPr>
        <p:spPr>
          <a:xfrm>
            <a:off x="3886200" y="3413267"/>
            <a:ext cx="7086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b="1" dirty="0"/>
              <a:t> Seasonal promotion strategies aligned with buying patterns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FC144F-7BAB-D0BB-7156-3FB8E9D7CEB3}"/>
              </a:ext>
            </a:extLst>
          </p:cNvPr>
          <p:cNvSpPr txBox="1"/>
          <p:nvPr/>
        </p:nvSpPr>
        <p:spPr>
          <a:xfrm>
            <a:off x="3886200" y="4013200"/>
            <a:ext cx="718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Sales team resource allocation based on regional performance</a:t>
            </a:r>
          </a:p>
        </p:txBody>
      </p:sp>
    </p:spTree>
    <p:extLst>
      <p:ext uri="{BB962C8B-B14F-4D97-AF65-F5344CB8AC3E}">
        <p14:creationId xmlns:p14="http://schemas.microsoft.com/office/powerpoint/2010/main" val="4228994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92CE-416B-8CB4-48E7-36A9D0C4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184B2-15F8-B7D7-8300-538D4DFD2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SUV demands are the largest category in the data sheet (please look at vehicle type sheet in the excel file)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Recommendation: Prioritize SUV inventory  while maintain a balance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Protect Coupe margin and avoid large amount of discount. Coupe shows a fair amount of sales profit despite the medium number of </a:t>
            </a:r>
            <a:r>
              <a:rPr lang="en-US"/>
              <a:t>sold units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DA6A1E-FE7A-DC9C-AE7C-BF7A03863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410903"/>
              </p:ext>
            </p:extLst>
          </p:nvPr>
        </p:nvGraphicFramePr>
        <p:xfrm>
          <a:off x="711199" y="3777826"/>
          <a:ext cx="4165601" cy="2159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6067">
                  <a:extLst>
                    <a:ext uri="{9D8B030D-6E8A-4147-A177-3AD203B41FA5}">
                      <a16:colId xmlns:a16="http://schemas.microsoft.com/office/drawing/2014/main" val="1632208079"/>
                    </a:ext>
                  </a:extLst>
                </a:gridCol>
                <a:gridCol w="1210733">
                  <a:extLst>
                    <a:ext uri="{9D8B030D-6E8A-4147-A177-3AD203B41FA5}">
                      <a16:colId xmlns:a16="http://schemas.microsoft.com/office/drawing/2014/main" val="4257542848"/>
                    </a:ext>
                  </a:extLst>
                </a:gridCol>
                <a:gridCol w="1828801">
                  <a:extLst>
                    <a:ext uri="{9D8B030D-6E8A-4147-A177-3AD203B41FA5}">
                      <a16:colId xmlns:a16="http://schemas.microsoft.com/office/drawing/2014/main" val="3467959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b="1" dirty="0"/>
                        <a:t>Vehicle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Units 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17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SUV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$2,433.600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5248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Sedan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$1,578.200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640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Coupe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$1,314.901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668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Truck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$652.800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984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dirty="0"/>
                        <a:t>Van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$199.510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483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1084721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 polygons">
  <a:themeElements>
    <a:clrScheme name="Glassmorphism">
      <a:dk1>
        <a:srgbClr val="2A0053"/>
      </a:dk1>
      <a:lt1>
        <a:srgbClr val="FFFFFF"/>
      </a:lt1>
      <a:dk2>
        <a:srgbClr val="000000"/>
      </a:dk2>
      <a:lt2>
        <a:srgbClr val="EEEFE7"/>
      </a:lt2>
      <a:accent1>
        <a:srgbClr val="FF8A28"/>
      </a:accent1>
      <a:accent2>
        <a:srgbClr val="F195FF"/>
      </a:accent2>
      <a:accent3>
        <a:srgbClr val="E227FF"/>
      </a:accent3>
      <a:accent4>
        <a:srgbClr val="FF0004"/>
      </a:accent4>
      <a:accent5>
        <a:srgbClr val="1906C5"/>
      </a:accent5>
      <a:accent6>
        <a:srgbClr val="31B564"/>
      </a:accent6>
      <a:hlink>
        <a:srgbClr val="467886"/>
      </a:hlink>
      <a:folHlink>
        <a:srgbClr val="96607D"/>
      </a:folHlink>
    </a:clrScheme>
    <a:fontScheme name="Custom 82">
      <a:majorFont>
        <a:latin typeface="Chamberi Super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assmorphism_wac_SD_V5 (Prismatic Polygons).pptx" id="{B385A2A1-EF3F-4C3B-9DAC-1996EB6D3A54}" vid="{B3C5DF8C-E290-4834-9BBD-6D53C49DE7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{42698665-8BBD-46D7-9153-35D18ECD8B04}76eb6e63-359a-49aa-b46c-7c5b67ea33bb-TF1ddfefa5-03ef-44f0-b9f8-5e27349af6c5_win32</Template>
  <TotalTime>601</TotalTime>
  <Words>744</Words>
  <Application>Microsoft Office PowerPoint</Application>
  <PresentationFormat>Widescreen</PresentationFormat>
  <Paragraphs>186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Light</vt:lpstr>
      <vt:lpstr>Arial</vt:lpstr>
      <vt:lpstr>Chamberi Super Display</vt:lpstr>
      <vt:lpstr>Prismatic polygons</vt:lpstr>
      <vt:lpstr>Assignment 4</vt:lpstr>
      <vt:lpstr> </vt:lpstr>
      <vt:lpstr>Identify the patterns, trends, and anomalies</vt:lpstr>
      <vt:lpstr>Identify the patterns, trends, and anomalies</vt:lpstr>
      <vt:lpstr>Identify the patterns, trends, and anomalies</vt:lpstr>
      <vt:lpstr>Price vs. Sales Volume by Vehicle Type</vt:lpstr>
      <vt:lpstr>Business Recommendation</vt:lpstr>
      <vt:lpstr> </vt:lpstr>
      <vt:lpstr>Car Sales seasonal patterns</vt:lpstr>
      <vt:lpstr>Preference on the fuel type</vt:lpstr>
      <vt:lpstr>Correlation between sales and season</vt:lpstr>
      <vt:lpstr>Correlation between sales and season</vt:lpstr>
      <vt:lpstr> </vt:lpstr>
      <vt:lpstr>Suggestions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sahar shariatpanahi</dc:creator>
  <cp:lastModifiedBy>sahar shariatpanahi</cp:lastModifiedBy>
  <cp:revision>4</cp:revision>
  <dcterms:created xsi:type="dcterms:W3CDTF">2026-10-20T15:09:44Z</dcterms:created>
  <dcterms:modified xsi:type="dcterms:W3CDTF">2026-10-22T04:02:38Z</dcterms:modified>
</cp:coreProperties>
</file>